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56" r:id="rId5"/>
  </p:sldIdLst>
  <p:sldSz cx="30267275" cy="427942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575" userDrawn="1">
          <p15:clr>
            <a:srgbClr val="A4A3A4"/>
          </p15:clr>
        </p15:guide>
        <p15:guide id="3" pos="18469" userDrawn="1">
          <p15:clr>
            <a:srgbClr val="A4A3A4"/>
          </p15:clr>
        </p15:guide>
        <p15:guide id="4" pos="9261" userDrawn="1">
          <p15:clr>
            <a:srgbClr val="A4A3A4"/>
          </p15:clr>
        </p15:guide>
        <p15:guide id="5" pos="9805" userDrawn="1">
          <p15:clr>
            <a:srgbClr val="A4A3A4"/>
          </p15:clr>
        </p15:guide>
        <p15:guide id="6" orient="horz" pos="250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013" autoAdjust="0"/>
  </p:normalViewPr>
  <p:slideViewPr>
    <p:cSldViewPr snapToGrid="0" snapToObjects="1">
      <p:cViewPr varScale="1">
        <p:scale>
          <a:sx n="11" d="100"/>
          <a:sy n="11" d="100"/>
        </p:scale>
        <p:origin x="2794" y="120"/>
      </p:cViewPr>
      <p:guideLst>
        <p:guide pos="575"/>
        <p:guide pos="18469"/>
        <p:guide pos="9261"/>
        <p:guide pos="9805"/>
        <p:guide orient="horz" pos="25068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121" d="100"/>
          <a:sy n="121" d="100"/>
        </p:scale>
        <p:origin x="502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lther Philippe" userId="d439e9b2-42a0-4b0f-a2c3-12ce5e8fab99" providerId="ADAL" clId="{B8AFBE19-36B9-45C7-9C5F-64521988C87E}"/>
    <pc:docChg chg="custSel modSld">
      <pc:chgData name="Walther Philippe" userId="d439e9b2-42a0-4b0f-a2c3-12ce5e8fab99" providerId="ADAL" clId="{B8AFBE19-36B9-45C7-9C5F-64521988C87E}" dt="2025-03-06T12:45:31.825" v="214" actId="20577"/>
      <pc:docMkLst>
        <pc:docMk/>
      </pc:docMkLst>
      <pc:sldChg chg="modSp mod modNotesTx">
        <pc:chgData name="Walther Philippe" userId="d439e9b2-42a0-4b0f-a2c3-12ce5e8fab99" providerId="ADAL" clId="{B8AFBE19-36B9-45C7-9C5F-64521988C87E}" dt="2025-03-06T12:45:31.825" v="214" actId="20577"/>
        <pc:sldMkLst>
          <pc:docMk/>
          <pc:sldMk cId="0" sldId="256"/>
        </pc:sldMkLst>
        <pc:spChg chg="mod">
          <ac:chgData name="Walther Philippe" userId="d439e9b2-42a0-4b0f-a2c3-12ce5e8fab99" providerId="ADAL" clId="{B8AFBE19-36B9-45C7-9C5F-64521988C87E}" dt="2025-02-28T14:36:11.825" v="2" actId="20577"/>
          <ac:spMkLst>
            <pc:docMk/>
            <pc:sldMk cId="0" sldId="256"/>
            <ac:spMk id="5" creationId="{00000000-0000-0000-0000-000000000000}"/>
          </ac:spMkLst>
        </pc:spChg>
      </pc:sldChg>
    </pc:docChg>
  </pc:docChgLst>
  <pc:docChgLst>
    <pc:chgData name="Krieger Michael" userId="aa41f388-a35b-4e86-ad40-6febf32fe87a" providerId="ADAL" clId="{70AD65C2-7BC7-4BE7-A956-4F9714BFD2EA}"/>
    <pc:docChg chg="undo redo custSel modSld">
      <pc:chgData name="Krieger Michael" userId="aa41f388-a35b-4e86-ad40-6febf32fe87a" providerId="ADAL" clId="{70AD65C2-7BC7-4BE7-A956-4F9714BFD2EA}" dt="2025-02-13T10:06:45.594" v="165" actId="1076"/>
      <pc:docMkLst>
        <pc:docMk/>
      </pc:docMkLst>
      <pc:sldChg chg="addSp delSp modSp mod">
        <pc:chgData name="Krieger Michael" userId="aa41f388-a35b-4e86-ad40-6febf32fe87a" providerId="ADAL" clId="{70AD65C2-7BC7-4BE7-A956-4F9714BFD2EA}" dt="2025-02-13T10:06:45.594" v="165" actId="1076"/>
        <pc:sldMkLst>
          <pc:docMk/>
          <pc:sldMk cId="0" sldId="256"/>
        </pc:sldMkLst>
        <pc:spChg chg="mod">
          <ac:chgData name="Krieger Michael" userId="aa41f388-a35b-4e86-ad40-6febf32fe87a" providerId="ADAL" clId="{70AD65C2-7BC7-4BE7-A956-4F9714BFD2EA}" dt="2025-02-13T10:05:04.904" v="136" actId="6549"/>
          <ac:spMkLst>
            <pc:docMk/>
            <pc:sldMk cId="0" sldId="256"/>
            <ac:spMk id="2" creationId="{00000000-0000-0000-0000-000000000000}"/>
          </ac:spMkLst>
        </pc:spChg>
        <pc:spChg chg="mod">
          <ac:chgData name="Krieger Michael" userId="aa41f388-a35b-4e86-ad40-6febf32fe87a" providerId="ADAL" clId="{70AD65C2-7BC7-4BE7-A956-4F9714BFD2EA}" dt="2025-02-13T10:06:32.642" v="164" actId="6549"/>
          <ac:spMkLst>
            <pc:docMk/>
            <pc:sldMk cId="0" sldId="256"/>
            <ac:spMk id="3" creationId="{00000000-0000-0000-0000-000000000000}"/>
          </ac:spMkLst>
        </pc:spChg>
        <pc:spChg chg="add del mod">
          <ac:chgData name="Krieger Michael" userId="aa41f388-a35b-4e86-ad40-6febf32fe87a" providerId="ADAL" clId="{70AD65C2-7BC7-4BE7-A956-4F9714BFD2EA}" dt="2025-02-13T10:06:45.594" v="165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Krieger Michael" userId="aa41f388-a35b-4e86-ad40-6febf32fe87a" providerId="ADAL" clId="{70AD65C2-7BC7-4BE7-A956-4F9714BFD2EA}" dt="2025-02-13T08:06:52.173" v="21" actId="14100"/>
          <ac:spMkLst>
            <pc:docMk/>
            <pc:sldMk cId="0" sldId="256"/>
            <ac:spMk id="6" creationId="{00000000-0000-0000-0000-000000000000}"/>
          </ac:spMkLst>
        </pc:spChg>
        <pc:spChg chg="mod">
          <ac:chgData name="Krieger Michael" userId="aa41f388-a35b-4e86-ad40-6febf32fe87a" providerId="ADAL" clId="{70AD65C2-7BC7-4BE7-A956-4F9714BFD2EA}" dt="2025-02-13T10:06:45.594" v="165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Krieger Michael" userId="aa41f388-a35b-4e86-ad40-6febf32fe87a" providerId="ADAL" clId="{70AD65C2-7BC7-4BE7-A956-4F9714BFD2EA}" dt="2025-02-13T08:13:19.896" v="66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Krieger Michael" userId="aa41f388-a35b-4e86-ad40-6febf32fe87a" providerId="ADAL" clId="{70AD65C2-7BC7-4BE7-A956-4F9714BFD2EA}" dt="2025-02-13T08:07:21.841" v="26" actId="14100"/>
          <ac:spMkLst>
            <pc:docMk/>
            <pc:sldMk cId="0" sldId="256"/>
            <ac:spMk id="9" creationId="{00000000-0000-0000-0000-000000000000}"/>
          </ac:spMkLst>
        </pc:spChg>
        <pc:spChg chg="mod">
          <ac:chgData name="Krieger Michael" userId="aa41f388-a35b-4e86-ad40-6febf32fe87a" providerId="ADAL" clId="{70AD65C2-7BC7-4BE7-A956-4F9714BFD2EA}" dt="2025-02-13T08:11:04.318" v="41" actId="20577"/>
          <ac:spMkLst>
            <pc:docMk/>
            <pc:sldMk cId="0" sldId="256"/>
            <ac:spMk id="10" creationId="{00000000-0000-0000-0000-000000000000}"/>
          </ac:spMkLst>
        </pc:spChg>
        <pc:spChg chg="mod">
          <ac:chgData name="Krieger Michael" userId="aa41f388-a35b-4e86-ad40-6febf32fe87a" providerId="ADAL" clId="{70AD65C2-7BC7-4BE7-A956-4F9714BFD2EA}" dt="2025-02-13T08:10:08.831" v="34" actId="122"/>
          <ac:spMkLst>
            <pc:docMk/>
            <pc:sldMk cId="0" sldId="256"/>
            <ac:spMk id="105" creationId="{8BD427B4-AA5C-A0D3-FF00-03389C979356}"/>
          </ac:spMkLst>
        </pc:spChg>
        <pc:spChg chg="mod">
          <ac:chgData name="Krieger Michael" userId="aa41f388-a35b-4e86-ad40-6febf32fe87a" providerId="ADAL" clId="{70AD65C2-7BC7-4BE7-A956-4F9714BFD2EA}" dt="2025-02-13T08:09:53.247" v="32" actId="12788"/>
          <ac:spMkLst>
            <pc:docMk/>
            <pc:sldMk cId="0" sldId="256"/>
            <ac:spMk id="110" creationId="{3A631B56-98C4-63A9-BC55-4ECE0DC24E62}"/>
          </ac:spMkLst>
        </pc:spChg>
        <pc:spChg chg="mod">
          <ac:chgData name="Krieger Michael" userId="aa41f388-a35b-4e86-ad40-6febf32fe87a" providerId="ADAL" clId="{70AD65C2-7BC7-4BE7-A956-4F9714BFD2EA}" dt="2025-02-13T08:09:53.247" v="32" actId="12788"/>
          <ac:spMkLst>
            <pc:docMk/>
            <pc:sldMk cId="0" sldId="256"/>
            <ac:spMk id="113" creationId="{7B136A07-CC5B-23E4-A464-FDF92E3E3955}"/>
          </ac:spMkLst>
        </pc:spChg>
        <pc:spChg chg="mod">
          <ac:chgData name="Krieger Michael" userId="aa41f388-a35b-4e86-ad40-6febf32fe87a" providerId="ADAL" clId="{70AD65C2-7BC7-4BE7-A956-4F9714BFD2EA}" dt="2025-02-13T08:09:53.247" v="32" actId="12788"/>
          <ac:spMkLst>
            <pc:docMk/>
            <pc:sldMk cId="0" sldId="256"/>
            <ac:spMk id="115" creationId="{30F6E2AC-04D5-1EA7-FE64-BD07EACF42BB}"/>
          </ac:spMkLst>
        </pc:spChg>
        <pc:spChg chg="mod">
          <ac:chgData name="Krieger Michael" userId="aa41f388-a35b-4e86-ad40-6febf32fe87a" providerId="ADAL" clId="{70AD65C2-7BC7-4BE7-A956-4F9714BFD2EA}" dt="2025-02-13T08:09:53.247" v="32" actId="12788"/>
          <ac:spMkLst>
            <pc:docMk/>
            <pc:sldMk cId="0" sldId="256"/>
            <ac:spMk id="120" creationId="{2ECE4440-6947-5EA1-DF7E-A40936BC7CE0}"/>
          </ac:spMkLst>
        </pc:spChg>
        <pc:spChg chg="mod">
          <ac:chgData name="Krieger Michael" userId="aa41f388-a35b-4e86-ad40-6febf32fe87a" providerId="ADAL" clId="{70AD65C2-7BC7-4BE7-A956-4F9714BFD2EA}" dt="2025-02-13T08:09:53.247" v="32" actId="12788"/>
          <ac:spMkLst>
            <pc:docMk/>
            <pc:sldMk cId="0" sldId="256"/>
            <ac:spMk id="123" creationId="{EFB0639B-61AB-B05D-177C-FA93AFEC7437}"/>
          </ac:spMkLst>
        </pc:spChg>
        <pc:spChg chg="mod">
          <ac:chgData name="Krieger Michael" userId="aa41f388-a35b-4e86-ad40-6febf32fe87a" providerId="ADAL" clId="{70AD65C2-7BC7-4BE7-A956-4F9714BFD2EA}" dt="2025-02-13T08:09:53.247" v="32" actId="12788"/>
          <ac:spMkLst>
            <pc:docMk/>
            <pc:sldMk cId="0" sldId="256"/>
            <ac:spMk id="129" creationId="{5D7E2AC8-D950-6BAA-3262-3B5685F2E59B}"/>
          </ac:spMkLst>
        </pc:spChg>
        <pc:spChg chg="mod">
          <ac:chgData name="Krieger Michael" userId="aa41f388-a35b-4e86-ad40-6febf32fe87a" providerId="ADAL" clId="{70AD65C2-7BC7-4BE7-A956-4F9714BFD2EA}" dt="2025-02-13T08:09:53.247" v="32" actId="12788"/>
          <ac:spMkLst>
            <pc:docMk/>
            <pc:sldMk cId="0" sldId="256"/>
            <ac:spMk id="130" creationId="{E6FAD68B-343A-0F8F-1D81-A5AB1124FB03}"/>
          </ac:spMkLst>
        </pc:spChg>
        <pc:spChg chg="mod">
          <ac:chgData name="Krieger Michael" userId="aa41f388-a35b-4e86-ad40-6febf32fe87a" providerId="ADAL" clId="{70AD65C2-7BC7-4BE7-A956-4F9714BFD2EA}" dt="2025-02-13T08:09:53.247" v="32" actId="12788"/>
          <ac:spMkLst>
            <pc:docMk/>
            <pc:sldMk cId="0" sldId="256"/>
            <ac:spMk id="131" creationId="{8FF339E6-0F31-1BD0-34FD-8B47BE10D041}"/>
          </ac:spMkLst>
        </pc:spChg>
        <pc:spChg chg="mod">
          <ac:chgData name="Krieger Michael" userId="aa41f388-a35b-4e86-ad40-6febf32fe87a" providerId="ADAL" clId="{70AD65C2-7BC7-4BE7-A956-4F9714BFD2EA}" dt="2025-02-13T08:09:53.247" v="32" actId="12788"/>
          <ac:spMkLst>
            <pc:docMk/>
            <pc:sldMk cId="0" sldId="256"/>
            <ac:spMk id="132" creationId="{F32A6E50-C13D-F953-F46F-D26B86DD2D11}"/>
          </ac:spMkLst>
        </pc:spChg>
        <pc:spChg chg="mod">
          <ac:chgData name="Krieger Michael" userId="aa41f388-a35b-4e86-ad40-6febf32fe87a" providerId="ADAL" clId="{70AD65C2-7BC7-4BE7-A956-4F9714BFD2EA}" dt="2025-02-13T08:10:56.694" v="40" actId="1076"/>
          <ac:spMkLst>
            <pc:docMk/>
            <pc:sldMk cId="0" sldId="256"/>
            <ac:spMk id="133" creationId="{A5948653-8029-BE8E-E1C9-BD059E948C2D}"/>
          </ac:spMkLst>
        </pc:spChg>
        <pc:spChg chg="mod">
          <ac:chgData name="Krieger Michael" userId="aa41f388-a35b-4e86-ad40-6febf32fe87a" providerId="ADAL" clId="{70AD65C2-7BC7-4BE7-A956-4F9714BFD2EA}" dt="2025-02-13T08:13:29.082" v="67" actId="1076"/>
          <ac:spMkLst>
            <pc:docMk/>
            <pc:sldMk cId="0" sldId="256"/>
            <ac:spMk id="135" creationId="{2641ADCC-4FAD-7C2B-E606-6BBFBA6BDDA6}"/>
          </ac:spMkLst>
        </pc:spChg>
        <pc:spChg chg="mod">
          <ac:chgData name="Krieger Michael" userId="aa41f388-a35b-4e86-ad40-6febf32fe87a" providerId="ADAL" clId="{70AD65C2-7BC7-4BE7-A956-4F9714BFD2EA}" dt="2025-02-13T10:04:31.411" v="107" actId="1076"/>
          <ac:spMkLst>
            <pc:docMk/>
            <pc:sldMk cId="0" sldId="256"/>
            <ac:spMk id="138" creationId="{8A5C463F-7E8B-A751-ADD8-9EEC9376AAD4}"/>
          </ac:spMkLst>
        </pc:spChg>
        <pc:spChg chg="mod">
          <ac:chgData name="Krieger Michael" userId="aa41f388-a35b-4e86-ad40-6febf32fe87a" providerId="ADAL" clId="{70AD65C2-7BC7-4BE7-A956-4F9714BFD2EA}" dt="2025-02-13T08:13:29.082" v="67" actId="1076"/>
          <ac:spMkLst>
            <pc:docMk/>
            <pc:sldMk cId="0" sldId="256"/>
            <ac:spMk id="141" creationId="{F0B9D533-A70D-17D3-72E4-223E738BCAB1}"/>
          </ac:spMkLst>
        </pc:spChg>
        <pc:spChg chg="mod">
          <ac:chgData name="Krieger Michael" userId="aa41f388-a35b-4e86-ad40-6febf32fe87a" providerId="ADAL" clId="{70AD65C2-7BC7-4BE7-A956-4F9714BFD2EA}" dt="2025-02-13T10:04:31.411" v="107" actId="1076"/>
          <ac:spMkLst>
            <pc:docMk/>
            <pc:sldMk cId="0" sldId="256"/>
            <ac:spMk id="142" creationId="{91082EC7-791F-E439-4E20-2DD4AA997FB1}"/>
          </ac:spMkLst>
        </pc:spChg>
        <pc:spChg chg="mod">
          <ac:chgData name="Krieger Michael" userId="aa41f388-a35b-4e86-ad40-6febf32fe87a" providerId="ADAL" clId="{70AD65C2-7BC7-4BE7-A956-4F9714BFD2EA}" dt="2025-02-13T08:13:29.082" v="67" actId="1076"/>
          <ac:spMkLst>
            <pc:docMk/>
            <pc:sldMk cId="0" sldId="256"/>
            <ac:spMk id="143" creationId="{843C4C47-C9F3-F97A-29BA-2E059DD0CED6}"/>
          </ac:spMkLst>
        </pc:spChg>
        <pc:spChg chg="mod">
          <ac:chgData name="Krieger Michael" userId="aa41f388-a35b-4e86-ad40-6febf32fe87a" providerId="ADAL" clId="{70AD65C2-7BC7-4BE7-A956-4F9714BFD2EA}" dt="2025-02-13T10:04:31.411" v="107" actId="1076"/>
          <ac:spMkLst>
            <pc:docMk/>
            <pc:sldMk cId="0" sldId="256"/>
            <ac:spMk id="144" creationId="{96F403B5-52D2-0062-42B0-7D1BB2C88876}"/>
          </ac:spMkLst>
        </pc:spChg>
        <pc:spChg chg="mod">
          <ac:chgData name="Krieger Michael" userId="aa41f388-a35b-4e86-ad40-6febf32fe87a" providerId="ADAL" clId="{70AD65C2-7BC7-4BE7-A956-4F9714BFD2EA}" dt="2025-02-13T10:04:31.411" v="107" actId="1076"/>
          <ac:spMkLst>
            <pc:docMk/>
            <pc:sldMk cId="0" sldId="256"/>
            <ac:spMk id="145" creationId="{C8E51633-53CD-D408-41F3-DE8369F86C49}"/>
          </ac:spMkLst>
        </pc:spChg>
        <pc:spChg chg="mod">
          <ac:chgData name="Krieger Michael" userId="aa41f388-a35b-4e86-ad40-6febf32fe87a" providerId="ADAL" clId="{70AD65C2-7BC7-4BE7-A956-4F9714BFD2EA}" dt="2025-02-13T10:04:31.411" v="107" actId="1076"/>
          <ac:spMkLst>
            <pc:docMk/>
            <pc:sldMk cId="0" sldId="256"/>
            <ac:spMk id="146" creationId="{1E94E2FE-3D02-3B35-2DEE-5982F9399CE5}"/>
          </ac:spMkLst>
        </pc:spChg>
        <pc:spChg chg="mod">
          <ac:chgData name="Krieger Michael" userId="aa41f388-a35b-4e86-ad40-6febf32fe87a" providerId="ADAL" clId="{70AD65C2-7BC7-4BE7-A956-4F9714BFD2EA}" dt="2025-02-13T08:13:29.082" v="67" actId="1076"/>
          <ac:spMkLst>
            <pc:docMk/>
            <pc:sldMk cId="0" sldId="256"/>
            <ac:spMk id="148" creationId="{4F13C64C-8217-AF56-69F3-FF764B8EAD8F}"/>
          </ac:spMkLst>
        </pc:spChg>
        <pc:spChg chg="mod">
          <ac:chgData name="Krieger Michael" userId="aa41f388-a35b-4e86-ad40-6febf32fe87a" providerId="ADAL" clId="{70AD65C2-7BC7-4BE7-A956-4F9714BFD2EA}" dt="2025-02-13T08:13:29.082" v="67" actId="1076"/>
          <ac:spMkLst>
            <pc:docMk/>
            <pc:sldMk cId="0" sldId="256"/>
            <ac:spMk id="149" creationId="{9853A3B9-5C6F-A6EA-C032-06B6DEB61AC3}"/>
          </ac:spMkLst>
        </pc:spChg>
        <pc:spChg chg="mod">
          <ac:chgData name="Krieger Michael" userId="aa41f388-a35b-4e86-ad40-6febf32fe87a" providerId="ADAL" clId="{70AD65C2-7BC7-4BE7-A956-4F9714BFD2EA}" dt="2025-02-13T10:04:31.411" v="107" actId="1076"/>
          <ac:spMkLst>
            <pc:docMk/>
            <pc:sldMk cId="0" sldId="256"/>
            <ac:spMk id="150" creationId="{997A3333-7E84-9CF5-C135-4B64370E3F61}"/>
          </ac:spMkLst>
        </pc:spChg>
        <pc:spChg chg="mod">
          <ac:chgData name="Krieger Michael" userId="aa41f388-a35b-4e86-ad40-6febf32fe87a" providerId="ADAL" clId="{70AD65C2-7BC7-4BE7-A956-4F9714BFD2EA}" dt="2025-02-13T10:04:31.411" v="107" actId="1076"/>
          <ac:spMkLst>
            <pc:docMk/>
            <pc:sldMk cId="0" sldId="256"/>
            <ac:spMk id="154" creationId="{A8776228-8DE2-90FE-CFC5-E9A601675507}"/>
          </ac:spMkLst>
        </pc:spChg>
        <pc:spChg chg="mod">
          <ac:chgData name="Krieger Michael" userId="aa41f388-a35b-4e86-ad40-6febf32fe87a" providerId="ADAL" clId="{70AD65C2-7BC7-4BE7-A956-4F9714BFD2EA}" dt="2025-02-13T08:13:29.082" v="67" actId="1076"/>
          <ac:spMkLst>
            <pc:docMk/>
            <pc:sldMk cId="0" sldId="256"/>
            <ac:spMk id="156" creationId="{E44BC86F-CB16-108D-50F2-ADEC8BFC21AB}"/>
          </ac:spMkLst>
        </pc:spChg>
        <pc:spChg chg="mod">
          <ac:chgData name="Krieger Michael" userId="aa41f388-a35b-4e86-ad40-6febf32fe87a" providerId="ADAL" clId="{70AD65C2-7BC7-4BE7-A956-4F9714BFD2EA}" dt="2025-02-13T10:04:31.411" v="107" actId="1076"/>
          <ac:spMkLst>
            <pc:docMk/>
            <pc:sldMk cId="0" sldId="256"/>
            <ac:spMk id="157" creationId="{BF6B8CA8-4636-5DB5-5DE8-15F4C3743E17}"/>
          </ac:spMkLst>
        </pc:spChg>
        <pc:spChg chg="mod">
          <ac:chgData name="Krieger Michael" userId="aa41f388-a35b-4e86-ad40-6febf32fe87a" providerId="ADAL" clId="{70AD65C2-7BC7-4BE7-A956-4F9714BFD2EA}" dt="2025-02-13T10:04:31.411" v="107" actId="1076"/>
          <ac:spMkLst>
            <pc:docMk/>
            <pc:sldMk cId="0" sldId="256"/>
            <ac:spMk id="158" creationId="{5F089A2C-52C0-688B-51DD-4B18EF461C4A}"/>
          </ac:spMkLst>
        </pc:spChg>
        <pc:spChg chg="mod">
          <ac:chgData name="Krieger Michael" userId="aa41f388-a35b-4e86-ad40-6febf32fe87a" providerId="ADAL" clId="{70AD65C2-7BC7-4BE7-A956-4F9714BFD2EA}" dt="2025-02-13T08:13:29.082" v="67" actId="1076"/>
          <ac:spMkLst>
            <pc:docMk/>
            <pc:sldMk cId="0" sldId="256"/>
            <ac:spMk id="159" creationId="{5BA82B65-D60A-9A1C-8BC7-AC7279DD6BED}"/>
          </ac:spMkLst>
        </pc:spChg>
        <pc:spChg chg="mod">
          <ac:chgData name="Krieger Michael" userId="aa41f388-a35b-4e86-ad40-6febf32fe87a" providerId="ADAL" clId="{70AD65C2-7BC7-4BE7-A956-4F9714BFD2EA}" dt="2025-02-13T10:04:31.411" v="107" actId="1076"/>
          <ac:spMkLst>
            <pc:docMk/>
            <pc:sldMk cId="0" sldId="256"/>
            <ac:spMk id="160" creationId="{74FBFAA9-A878-DA00-DBC1-461152937C8E}"/>
          </ac:spMkLst>
        </pc:spChg>
        <pc:spChg chg="mod">
          <ac:chgData name="Krieger Michael" userId="aa41f388-a35b-4e86-ad40-6febf32fe87a" providerId="ADAL" clId="{70AD65C2-7BC7-4BE7-A956-4F9714BFD2EA}" dt="2025-02-13T08:09:53.247" v="32" actId="12788"/>
          <ac:spMkLst>
            <pc:docMk/>
            <pc:sldMk cId="0" sldId="256"/>
            <ac:spMk id="164" creationId="{8D3F7C2D-B6E6-20E5-F3C0-0E22CD408A8B}"/>
          </ac:spMkLst>
        </pc:spChg>
        <pc:grpChg chg="mod">
          <ac:chgData name="Krieger Michael" userId="aa41f388-a35b-4e86-ad40-6febf32fe87a" providerId="ADAL" clId="{70AD65C2-7BC7-4BE7-A956-4F9714BFD2EA}" dt="2025-02-13T08:09:13.327" v="29" actId="164"/>
          <ac:grpSpMkLst>
            <pc:docMk/>
            <pc:sldMk cId="0" sldId="256"/>
            <ac:grpSpMk id="106" creationId="{5014C4C0-18EC-1020-EA31-419E11E4D5F6}"/>
          </ac:grpSpMkLst>
        </pc:grpChg>
        <pc:grpChg chg="mod">
          <ac:chgData name="Krieger Michael" userId="aa41f388-a35b-4e86-ad40-6febf32fe87a" providerId="ADAL" clId="{70AD65C2-7BC7-4BE7-A956-4F9714BFD2EA}" dt="2025-02-13T08:10:39.310" v="37" actId="164"/>
          <ac:grpSpMkLst>
            <pc:docMk/>
            <pc:sldMk cId="0" sldId="256"/>
            <ac:grpSpMk id="134" creationId="{6B548845-EE15-F8DD-1C5C-573ADBA3E704}"/>
          </ac:grpSpMkLst>
        </pc:grpChg>
        <pc:picChg chg="mod">
          <ac:chgData name="Krieger Michael" userId="aa41f388-a35b-4e86-ad40-6febf32fe87a" providerId="ADAL" clId="{70AD65C2-7BC7-4BE7-A956-4F9714BFD2EA}" dt="2025-02-13T08:01:22.339" v="15" actId="34135"/>
          <ac:picMkLst>
            <pc:docMk/>
            <pc:sldMk cId="0" sldId="256"/>
            <ac:picMk id="16" creationId="{59A2ECF3-CA19-3752-C8E0-973AD0EA8254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30AC0E1F-5949-79A6-3C23-1B0B3C9F2DB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FD85FC9-D54E-F0B2-33EF-0C762A5AFA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E49B40-129A-4B05-98D7-FACDCC29D8DC}" type="datetimeFigureOut">
              <a:rPr lang="fr-CH" smtClean="0"/>
              <a:t>06.03.2025</a:t>
            </a:fld>
            <a:endParaRPr lang="fr-CH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1587916-2443-A1E6-28D9-B667E0E12AE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65B69D3-7384-35E9-0B3A-8F370F1B039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75EB33-2392-4963-85A8-FD5F6929505A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653156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E9D17F-2E7C-4842-9CBA-2351AB39A2AD}" type="datetimeFigureOut">
              <a:rPr lang="fr-CH" smtClean="0"/>
              <a:t>06.03.2025</a:t>
            </a:fld>
            <a:endParaRPr lang="fr-CH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H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4331FB-6905-4B1C-B854-F29F7079567E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569474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H" dirty="0"/>
              <a:t>Le poster est une obligation pour tous les TM (confidentiels ou non). Il s’agit d’un document public destiné à la communication et donc les aspects confidentiels ne doivent pas </a:t>
            </a:r>
            <a:r>
              <a:rPr lang="fr-CH"/>
              <a:t>figurer.</a:t>
            </a:r>
            <a:br>
              <a:rPr lang="fr-CH"/>
            </a:br>
            <a:r>
              <a:rPr lang="fr-CH"/>
              <a:t>La </a:t>
            </a:r>
            <a:r>
              <a:rPr lang="fr-CH" dirty="0"/>
              <a:t>mise en forme reste assez libre, un arrière plan peut être ajouté, l’utilisation 1-2-3 colonnes, la mise en place de séparateur, cadre, etc. est laissée au libre choix de l’</a:t>
            </a:r>
            <a:r>
              <a:rPr lang="fr-CH" dirty="0" err="1"/>
              <a:t>étudiant-e</a:t>
            </a:r>
            <a:endParaRPr lang="fr-CH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4331FB-6905-4B1C-B854-F29F7079567E}" type="slidenum">
              <a:rPr lang="fr-CH" smtClean="0"/>
              <a:t>1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6084988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jpe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12813" y="3438943"/>
            <a:ext cx="2840672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noProof="0" dirty="0"/>
          </a:p>
          <a:p>
            <a:pPr algn="ctr">
              <a:defRPr sz="9000">
                <a:latin typeface="Arial"/>
              </a:defRPr>
            </a:pPr>
            <a:r>
              <a:rPr lang="en-GB" b="1" noProof="0" dirty="0"/>
              <a:t>Title of TM (Arial, Bold, 85-100 pts)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901066" y="7208124"/>
            <a:ext cx="28406725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noProof="0" dirty="0"/>
          </a:p>
          <a:p>
            <a:pPr algn="ctr">
              <a:defRPr sz="5500">
                <a:latin typeface="Arial"/>
              </a:defRPr>
            </a:pPr>
            <a:r>
              <a:rPr lang="en-GB" sz="5000" b="1" noProof="0" dirty="0"/>
              <a:t>Author (Arial, Bold, 50 pts)</a:t>
            </a:r>
          </a:p>
          <a:p>
            <a:pPr algn="ctr">
              <a:defRPr sz="5500">
                <a:latin typeface="Arial"/>
              </a:defRPr>
            </a:pPr>
            <a:r>
              <a:rPr lang="en-GB" sz="4400" noProof="0" dirty="0"/>
              <a:t>Master of Science HES-SO in Engineering (Arial, 44 pts)</a:t>
            </a:r>
          </a:p>
          <a:p>
            <a:pPr algn="ctr">
              <a:defRPr sz="5500">
                <a:latin typeface="Arial"/>
              </a:defRPr>
            </a:pPr>
            <a:r>
              <a:rPr lang="en-GB" sz="4400" dirty="0"/>
              <a:t>Major in “Name of Major”</a:t>
            </a:r>
            <a:endParaRPr lang="en-GB" sz="4400" noProof="0" dirty="0"/>
          </a:p>
          <a:p>
            <a:pPr algn="ctr">
              <a:defRPr sz="5500">
                <a:latin typeface="Arial"/>
              </a:defRPr>
            </a:pPr>
            <a:r>
              <a:rPr lang="en-GB" sz="4400" noProof="0" dirty="0"/>
              <a:t>Under the supervision of “Responsible teacher”</a:t>
            </a:r>
          </a:p>
          <a:p>
            <a:pPr algn="ctr">
              <a:defRPr sz="5500">
                <a:latin typeface="Arial"/>
              </a:defRPr>
            </a:pPr>
            <a:r>
              <a:rPr lang="en-GB" sz="4400" noProof="0" dirty="0"/>
              <a:t>In collaboration with “Company”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5362" y="12028503"/>
            <a:ext cx="1370219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noProof="0" dirty="0"/>
          </a:p>
          <a:p>
            <a:pPr>
              <a:defRPr sz="4000">
                <a:latin typeface="Arial"/>
              </a:defRPr>
            </a:pPr>
            <a:r>
              <a:rPr lang="en-GB" sz="4400" b="1" noProof="0" dirty="0"/>
              <a:t>Introduction (Arial, </a:t>
            </a:r>
            <a:r>
              <a:rPr lang="en-GB" sz="4400" b="1" dirty="0"/>
              <a:t>B</a:t>
            </a:r>
            <a:r>
              <a:rPr lang="en-GB" sz="4400" b="1" noProof="0" dirty="0"/>
              <a:t>old, 44 pts)</a:t>
            </a:r>
            <a:br>
              <a:rPr lang="en-GB" noProof="0" dirty="0"/>
            </a:br>
            <a:br>
              <a:rPr lang="en-GB" noProof="0" dirty="0"/>
            </a:br>
            <a:r>
              <a:rPr lang="en-GB" noProof="0" dirty="0"/>
              <a:t>Context and objectives (</a:t>
            </a:r>
            <a:r>
              <a:rPr lang="en-GB" sz="4000" b="0" noProof="0" dirty="0">
                <a:solidFill>
                  <a:schemeClr val="tx1"/>
                </a:solidFill>
                <a:cs typeface="Arial" panose="020B0604020202020204" pitchFamily="34" charset="0"/>
              </a:rPr>
              <a:t>Arial, 40 pts.)</a:t>
            </a:r>
            <a:endParaRPr lang="en-GB" sz="4000" b="0" noProof="0" dirty="0">
              <a:cs typeface="Arial" panose="020B0604020202020204" pitchFamily="34" charset="0"/>
            </a:endParaRPr>
          </a:p>
          <a:p>
            <a:pPr>
              <a:defRPr sz="4000">
                <a:latin typeface="Arial"/>
              </a:defRPr>
            </a:pPr>
            <a:endParaRPr lang="en-GB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914399" y="21592109"/>
            <a:ext cx="13787437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noProof="0" dirty="0"/>
          </a:p>
          <a:p>
            <a:pPr>
              <a:defRPr sz="4000">
                <a:latin typeface="Arial"/>
              </a:defRPr>
            </a:pPr>
            <a:r>
              <a:rPr lang="en-GB" sz="4400" b="1" noProof="0" dirty="0"/>
              <a:t>Material and methods (Arial, Bold, 44 pts)</a:t>
            </a:r>
            <a:br>
              <a:rPr lang="en-GB" noProof="0" dirty="0"/>
            </a:br>
            <a:br>
              <a:rPr lang="en-GB" noProof="0" dirty="0"/>
            </a:br>
            <a:r>
              <a:rPr lang="en-GB" noProof="0" dirty="0"/>
              <a:t>Used methods (</a:t>
            </a:r>
            <a:r>
              <a:rPr lang="en-GB" sz="4000" b="0" noProof="0" dirty="0">
                <a:solidFill>
                  <a:schemeClr val="tx1"/>
                </a:solidFill>
                <a:cs typeface="Arial" panose="020B0604020202020204" pitchFamily="34" charset="0"/>
              </a:rPr>
              <a:t>Arial, 40 pts.)</a:t>
            </a:r>
            <a:endParaRPr lang="en-GB" sz="4000" b="0" noProof="0" dirty="0">
              <a:cs typeface="Arial" panose="020B0604020202020204" pitchFamily="34" charset="0"/>
            </a:endParaRPr>
          </a:p>
          <a:p>
            <a:pPr>
              <a:defRPr sz="4000">
                <a:latin typeface="Arial"/>
              </a:defRPr>
            </a:pPr>
            <a:endParaRPr lang="en-GB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15579724" y="12028503"/>
            <a:ext cx="137541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noProof="0" dirty="0"/>
          </a:p>
          <a:p>
            <a:pPr>
              <a:defRPr sz="4000">
                <a:latin typeface="Arial"/>
              </a:defRPr>
            </a:pPr>
            <a:r>
              <a:rPr lang="en-GB" sz="4400" b="1" noProof="0" dirty="0"/>
              <a:t>Results (Arial, Bold, 44 pts)</a:t>
            </a:r>
            <a:br>
              <a:rPr lang="en-GB" noProof="0" dirty="0"/>
            </a:br>
            <a:br>
              <a:rPr lang="en-GB" noProof="0" dirty="0"/>
            </a:br>
            <a:r>
              <a:rPr lang="en-GB" noProof="0" dirty="0"/>
              <a:t>Main results, tables and figures (</a:t>
            </a:r>
            <a:r>
              <a:rPr lang="en-GB" sz="4000" b="0" noProof="0" dirty="0">
                <a:solidFill>
                  <a:schemeClr val="tx1"/>
                </a:solidFill>
                <a:cs typeface="Arial" panose="020B0604020202020204" pitchFamily="34" charset="0"/>
              </a:rPr>
              <a:t>Arial, 40 pts.)</a:t>
            </a:r>
          </a:p>
          <a:p>
            <a:pPr>
              <a:defRPr sz="4000">
                <a:latin typeface="Arial"/>
              </a:defRPr>
            </a:pPr>
            <a:endParaRPr lang="en-GB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15565438" y="26053474"/>
            <a:ext cx="13754100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noProof="0" dirty="0"/>
          </a:p>
          <a:p>
            <a:pPr>
              <a:defRPr sz="4000">
                <a:latin typeface="Arial"/>
              </a:defRPr>
            </a:pPr>
            <a:r>
              <a:rPr lang="en-GB" sz="4400" b="1" noProof="0" dirty="0"/>
              <a:t>Conclusion (Arial, Bold, 44 pts)</a:t>
            </a:r>
            <a:br>
              <a:rPr lang="en-GB" noProof="0" dirty="0"/>
            </a:br>
            <a:br>
              <a:rPr lang="en-GB" noProof="0" dirty="0"/>
            </a:br>
            <a:r>
              <a:rPr lang="en-GB" noProof="0" dirty="0"/>
              <a:t>interpretation of results and discussion (Arial, 40 pts.)</a:t>
            </a:r>
          </a:p>
          <a:p>
            <a:pPr>
              <a:defRPr sz="4000">
                <a:latin typeface="Arial"/>
              </a:defRPr>
            </a:pPr>
            <a:endParaRPr lang="en-GB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15565437" y="36155962"/>
            <a:ext cx="13754101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noProof="0" dirty="0"/>
          </a:p>
          <a:p>
            <a:pPr>
              <a:defRPr sz="2800">
                <a:latin typeface="Arial"/>
              </a:defRPr>
            </a:pPr>
            <a:r>
              <a:rPr lang="en-GB" sz="4000" b="1" noProof="0" dirty="0"/>
              <a:t>References (Arial, Bold, 40 pts.)</a:t>
            </a:r>
            <a:br>
              <a:rPr lang="en-GB" noProof="0" dirty="0"/>
            </a:br>
            <a:br>
              <a:rPr lang="en-GB" noProof="0" dirty="0"/>
            </a:br>
            <a:r>
              <a:rPr lang="en-US" altLang="fr-FR" sz="3600" b="0" dirty="0">
                <a:solidFill>
                  <a:schemeClr val="tx1"/>
                </a:solidFill>
                <a:cs typeface="Arial" panose="020B0604020202020204" pitchFamily="34" charset="0"/>
              </a:rPr>
              <a:t>First (max 3) reference in Arial, 36 pts, alphabetical order.</a:t>
            </a:r>
          </a:p>
          <a:p>
            <a:pPr>
              <a:defRPr sz="2800">
                <a:latin typeface="Arial"/>
              </a:defRPr>
            </a:pPr>
            <a:endParaRPr lang="en-GB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15565438" y="32918419"/>
            <a:ext cx="13754100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noProof="0" dirty="0"/>
          </a:p>
          <a:p>
            <a:pPr>
              <a:defRPr sz="2800">
                <a:latin typeface="Arial"/>
              </a:defRPr>
            </a:pPr>
            <a:r>
              <a:rPr lang="en-GB" sz="4000" b="1" noProof="0" dirty="0"/>
              <a:t>Acknowledgments (Arial, Bold, 40 pts.)</a:t>
            </a:r>
            <a:br>
              <a:rPr lang="en-GB" noProof="0" dirty="0"/>
            </a:br>
            <a:br>
              <a:rPr lang="en-GB" noProof="0" dirty="0"/>
            </a:br>
            <a:r>
              <a:rPr lang="en-GB" sz="3600" noProof="0" dirty="0"/>
              <a:t>Acknowledgments to contributors, max 2 lines (Arial, 36 pts.)</a:t>
            </a:r>
            <a:endParaRPr lang="en-GB" noProof="0" dirty="0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6B305C16-E548-D6A6-B21B-9BAE4174783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7534915" y="830005"/>
            <a:ext cx="1871806" cy="1871811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noProof="0" dirty="0"/>
              <a:t> 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830722F-2DED-9520-A3D6-B41E2C66B62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 rot="10800000">
            <a:off x="914400" y="40090795"/>
            <a:ext cx="1871806" cy="1871811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noProof="0" dirty="0"/>
              <a:t> </a:t>
            </a:r>
          </a:p>
        </p:txBody>
      </p:sp>
      <p:pic>
        <p:nvPicPr>
          <p:cNvPr id="15" name="Image 4" descr="Une image contenant Police, logo, texte, Graphique&#10;&#10;Le contenu généré par l’IA peut être incorrect.">
            <a:extLst>
              <a:ext uri="{FF2B5EF4-FFF2-40B4-BE49-F238E27FC236}">
                <a16:creationId xmlns:a16="http://schemas.microsoft.com/office/drawing/2014/main" id="{9040CE6F-6388-F85A-DA8D-F45F3136A06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7389" y="39391069"/>
            <a:ext cx="5522001" cy="3271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Image 6">
            <a:extLst>
              <a:ext uri="{FF2B5EF4-FFF2-40B4-BE49-F238E27FC236}">
                <a16:creationId xmlns:a16="http://schemas.microsoft.com/office/drawing/2014/main" id="{59A2ECF3-CA19-3752-C8E0-973AD0EA825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451" y="830005"/>
            <a:ext cx="13511368" cy="1227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5" name="Text Box 305">
            <a:extLst>
              <a:ext uri="{FF2B5EF4-FFF2-40B4-BE49-F238E27FC236}">
                <a16:creationId xmlns:a16="http://schemas.microsoft.com/office/drawing/2014/main" id="{8BD427B4-AA5C-A0D3-FF00-03389C9793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2867" y="31825238"/>
            <a:ext cx="7810500" cy="645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19070" tIns="45267" rIns="419070" bIns="45267">
            <a:spAutoFit/>
          </a:bodyPr>
          <a:lstStyle>
            <a:lvl1pPr defTabSz="908050"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 defTabSz="908050"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 defTabSz="908050"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 defTabSz="908050"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 defTabSz="908050"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sz="3600" noProof="0" dirty="0">
                <a:solidFill>
                  <a:schemeClr val="tx1"/>
                </a:solidFill>
                <a:cs typeface="Arial" panose="020B0604020202020204" pitchFamily="34" charset="0"/>
              </a:rPr>
              <a:t>Figure 1. caption: 36 pts, bold. </a:t>
            </a:r>
          </a:p>
        </p:txBody>
      </p:sp>
      <p:grpSp>
        <p:nvGrpSpPr>
          <p:cNvPr id="106" name="Group 536">
            <a:extLst>
              <a:ext uri="{FF2B5EF4-FFF2-40B4-BE49-F238E27FC236}">
                <a16:creationId xmlns:a16="http://schemas.microsoft.com/office/drawing/2014/main" id="{5014C4C0-18EC-1020-EA31-419E11E4D5F6}"/>
              </a:ext>
            </a:extLst>
          </p:cNvPr>
          <p:cNvGrpSpPr>
            <a:grpSpLocks/>
          </p:cNvGrpSpPr>
          <p:nvPr/>
        </p:nvGrpSpPr>
        <p:grpSpPr bwMode="auto">
          <a:xfrm>
            <a:off x="5217317" y="26027665"/>
            <a:ext cx="5181600" cy="5505450"/>
            <a:chOff x="2544" y="13872"/>
            <a:chExt cx="3264" cy="3468"/>
          </a:xfrm>
        </p:grpSpPr>
        <p:sp>
          <p:nvSpPr>
            <p:cNvPr id="107" name="Rectangle 307">
              <a:extLst>
                <a:ext uri="{FF2B5EF4-FFF2-40B4-BE49-F238E27FC236}">
                  <a16:creationId xmlns:a16="http://schemas.microsoft.com/office/drawing/2014/main" id="{E53DE43C-DB37-DFF0-BE4D-1FDAA788EA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13872"/>
              <a:ext cx="3264" cy="346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3814" tIns="41907" rIns="83814" bIns="41907" anchor="ctr"/>
            <a:lstStyle>
              <a:lvl1pPr defTabSz="8382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1pPr>
              <a:lvl2pPr marL="742950" indent="-285750" defTabSz="8382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2pPr>
              <a:lvl3pPr marL="1143000" indent="-228600" defTabSz="8382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3pPr>
              <a:lvl4pPr marL="1600200" indent="-228600" defTabSz="8382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4pPr>
              <a:lvl5pPr marL="2057400" indent="-228600" defTabSz="8382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5pPr>
              <a:lvl6pPr marL="2514600" indent="-228600" defTabSz="8382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6pPr>
              <a:lvl7pPr marL="2971800" indent="-228600" defTabSz="8382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7pPr>
              <a:lvl8pPr marL="3429000" indent="-228600" defTabSz="8382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8pPr>
              <a:lvl9pPr marL="3886200" indent="-228600" defTabSz="8382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endParaRPr lang="en-GB" sz="66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8" name="Rectangle 308" descr="Dark horizontal">
              <a:extLst>
                <a:ext uri="{FF2B5EF4-FFF2-40B4-BE49-F238E27FC236}">
                  <a16:creationId xmlns:a16="http://schemas.microsoft.com/office/drawing/2014/main" id="{3CB7C323-053A-8BC5-E178-B59ABB0EEC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99" y="13963"/>
              <a:ext cx="2703" cy="155"/>
            </a:xfrm>
            <a:prstGeom prst="rect">
              <a:avLst/>
            </a:prstGeom>
            <a:blipFill dpi="0" rotWithShape="0">
              <a:blip r:embed="rId6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9pPr>
            </a:lstStyle>
            <a:p>
              <a:endParaRPr lang="en-GB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09" name="Picture 309" descr="NvyShad">
              <a:extLst>
                <a:ext uri="{FF2B5EF4-FFF2-40B4-BE49-F238E27FC236}">
                  <a16:creationId xmlns:a16="http://schemas.microsoft.com/office/drawing/2014/main" id="{D86FEBDE-9934-C881-6435-85BC16ACD4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60" y="14157"/>
              <a:ext cx="529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0" name="Rectangle 310" descr="Narrow horizontal">
              <a:extLst>
                <a:ext uri="{FF2B5EF4-FFF2-40B4-BE49-F238E27FC236}">
                  <a16:creationId xmlns:a16="http://schemas.microsoft.com/office/drawing/2014/main" id="{3A631B56-98C4-63A9-BC55-4ECE0DC24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9" y="14247"/>
              <a:ext cx="1810" cy="110"/>
            </a:xfrm>
            <a:prstGeom prst="rect">
              <a:avLst/>
            </a:prstGeom>
            <a:blipFill dpi="0" rotWithShape="0">
              <a:blip r:embed="rId8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9pPr>
            </a:lstStyle>
            <a:p>
              <a:endParaRPr lang="en-GB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1" name="Rectangle 311">
              <a:extLst>
                <a:ext uri="{FF2B5EF4-FFF2-40B4-BE49-F238E27FC236}">
                  <a16:creationId xmlns:a16="http://schemas.microsoft.com/office/drawing/2014/main" id="{624EE461-65CC-40B6-86CA-8552512488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5" y="14231"/>
              <a:ext cx="202" cy="155"/>
            </a:xfrm>
            <a:prstGeom prst="rect">
              <a:avLst/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9pPr>
            </a:lstStyle>
            <a:p>
              <a:endParaRPr lang="en-GB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2" name="Rectangle 313" descr="Narrow horizontal">
              <a:extLst>
                <a:ext uri="{FF2B5EF4-FFF2-40B4-BE49-F238E27FC236}">
                  <a16:creationId xmlns:a16="http://schemas.microsoft.com/office/drawing/2014/main" id="{07F834CF-76DA-932C-31E2-937A2AF9BB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6" y="14572"/>
              <a:ext cx="1428" cy="336"/>
            </a:xfrm>
            <a:prstGeom prst="rect">
              <a:avLst/>
            </a:prstGeom>
            <a:blipFill dpi="0" rotWithShape="0">
              <a:blip r:embed="rId8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9pPr>
            </a:lstStyle>
            <a:p>
              <a:endParaRPr lang="en-GB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3" name="Rectangle 316" descr="Dark horizontal">
              <a:extLst>
                <a:ext uri="{FF2B5EF4-FFF2-40B4-BE49-F238E27FC236}">
                  <a16:creationId xmlns:a16="http://schemas.microsoft.com/office/drawing/2014/main" id="{7B136A07-CC5B-23E4-A464-FDF92E3E3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6" y="14493"/>
              <a:ext cx="561" cy="52"/>
            </a:xfrm>
            <a:prstGeom prst="rect">
              <a:avLst/>
            </a:prstGeom>
            <a:blipFill dpi="0" rotWithShape="0">
              <a:blip r:embed="rId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9pPr>
            </a:lstStyle>
            <a:p>
              <a:endParaRPr lang="en-GB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4" name="Rectangle 318" descr="Narrow horizontal">
              <a:extLst>
                <a:ext uri="{FF2B5EF4-FFF2-40B4-BE49-F238E27FC236}">
                  <a16:creationId xmlns:a16="http://schemas.microsoft.com/office/drawing/2014/main" id="{673BE845-4D6B-361A-2336-DF3CC032E8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9" y="14572"/>
              <a:ext cx="1428" cy="336"/>
            </a:xfrm>
            <a:prstGeom prst="rect">
              <a:avLst/>
            </a:prstGeom>
            <a:blipFill dpi="0" rotWithShape="0">
              <a:blip r:embed="rId8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9pPr>
            </a:lstStyle>
            <a:p>
              <a:endParaRPr lang="en-GB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5" name="Rectangle 319" descr="75%">
              <a:extLst>
                <a:ext uri="{FF2B5EF4-FFF2-40B4-BE49-F238E27FC236}">
                  <a16:creationId xmlns:a16="http://schemas.microsoft.com/office/drawing/2014/main" id="{30F6E2AC-04D5-1EA7-FE64-BD07EACF4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4" y="15011"/>
              <a:ext cx="1445" cy="630"/>
            </a:xfrm>
            <a:prstGeom prst="rect">
              <a:avLst/>
            </a:prstGeom>
            <a:blipFill dpi="0" rotWithShape="0">
              <a:blip r:embed="rId10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9pPr>
            </a:lstStyle>
            <a:p>
              <a:endParaRPr lang="en-GB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6" name="Rectangle 321" descr="Dark horizontal">
              <a:extLst>
                <a:ext uri="{FF2B5EF4-FFF2-40B4-BE49-F238E27FC236}">
                  <a16:creationId xmlns:a16="http://schemas.microsoft.com/office/drawing/2014/main" id="{82D9E993-BF59-53FB-7D93-1C4FE465A9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9" y="14493"/>
              <a:ext cx="561" cy="52"/>
            </a:xfrm>
            <a:prstGeom prst="rect">
              <a:avLst/>
            </a:prstGeom>
            <a:blipFill dpi="0" rotWithShape="0">
              <a:blip r:embed="rId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9pPr>
            </a:lstStyle>
            <a:p>
              <a:endParaRPr lang="en-GB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7" name="Rectangle 324" descr="Narrow horizontal">
              <a:extLst>
                <a:ext uri="{FF2B5EF4-FFF2-40B4-BE49-F238E27FC236}">
                  <a16:creationId xmlns:a16="http://schemas.microsoft.com/office/drawing/2014/main" id="{8685A575-C1E8-AA1D-50E2-57A47FCD0E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1" y="16430"/>
              <a:ext cx="1294" cy="61"/>
            </a:xfrm>
            <a:prstGeom prst="rect">
              <a:avLst/>
            </a:prstGeom>
            <a:blipFill dpi="0" rotWithShape="0">
              <a:blip r:embed="rId8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9pPr>
            </a:lstStyle>
            <a:p>
              <a:endParaRPr lang="en-GB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8" name="Rectangle 322" descr="Narrow horizontal">
              <a:extLst>
                <a:ext uri="{FF2B5EF4-FFF2-40B4-BE49-F238E27FC236}">
                  <a16:creationId xmlns:a16="http://schemas.microsoft.com/office/drawing/2014/main" id="{68752E8C-E7C7-E294-3905-C03105493D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6" y="16746"/>
              <a:ext cx="1428" cy="559"/>
            </a:xfrm>
            <a:prstGeom prst="rect">
              <a:avLst/>
            </a:prstGeom>
            <a:blipFill dpi="0" rotWithShape="0">
              <a:blip r:embed="rId8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9pPr>
            </a:lstStyle>
            <a:p>
              <a:endParaRPr lang="en-GB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9" name="Rectangle 325" descr="Dark horizontal">
              <a:extLst>
                <a:ext uri="{FF2B5EF4-FFF2-40B4-BE49-F238E27FC236}">
                  <a16:creationId xmlns:a16="http://schemas.microsoft.com/office/drawing/2014/main" id="{93F96ACD-C9C8-6DCC-5045-49713C6E66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6" y="16667"/>
              <a:ext cx="561" cy="52"/>
            </a:xfrm>
            <a:prstGeom prst="rect">
              <a:avLst/>
            </a:prstGeom>
            <a:blipFill dpi="0" rotWithShape="0">
              <a:blip r:embed="rId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9pPr>
            </a:lstStyle>
            <a:p>
              <a:endParaRPr lang="en-GB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0" name="Rectangle 331" descr="Narrow horizontal">
              <a:extLst>
                <a:ext uri="{FF2B5EF4-FFF2-40B4-BE49-F238E27FC236}">
                  <a16:creationId xmlns:a16="http://schemas.microsoft.com/office/drawing/2014/main" id="{2ECE4440-6947-5EA1-DF7E-A40936BC7C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8" y="16746"/>
              <a:ext cx="1428" cy="181"/>
            </a:xfrm>
            <a:prstGeom prst="rect">
              <a:avLst/>
            </a:prstGeom>
            <a:blipFill dpi="0" rotWithShape="0">
              <a:blip r:embed="rId8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9pPr>
            </a:lstStyle>
            <a:p>
              <a:endParaRPr lang="en-GB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1" name="Rectangle 332" descr="Dark horizontal">
              <a:extLst>
                <a:ext uri="{FF2B5EF4-FFF2-40B4-BE49-F238E27FC236}">
                  <a16:creationId xmlns:a16="http://schemas.microsoft.com/office/drawing/2014/main" id="{C7FAED47-E1FF-B5B4-7153-1C0DDBB712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8" y="16667"/>
              <a:ext cx="561" cy="52"/>
            </a:xfrm>
            <a:prstGeom prst="rect">
              <a:avLst/>
            </a:prstGeom>
            <a:blipFill dpi="0" rotWithShape="0">
              <a:blip r:embed="rId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9pPr>
            </a:lstStyle>
            <a:p>
              <a:endParaRPr lang="en-GB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2" name="Rectangle 336" descr="Narrow horizontal">
              <a:extLst>
                <a:ext uri="{FF2B5EF4-FFF2-40B4-BE49-F238E27FC236}">
                  <a16:creationId xmlns:a16="http://schemas.microsoft.com/office/drawing/2014/main" id="{FCBBFC6F-2DA4-BF93-61BF-A7BF002DBB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8" y="16991"/>
              <a:ext cx="1428" cy="123"/>
            </a:xfrm>
            <a:prstGeom prst="rect">
              <a:avLst/>
            </a:prstGeom>
            <a:blipFill dpi="0" rotWithShape="0">
              <a:blip r:embed="rId8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9pPr>
            </a:lstStyle>
            <a:p>
              <a:endParaRPr lang="en-GB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3" name="Rectangle 337">
              <a:extLst>
                <a:ext uri="{FF2B5EF4-FFF2-40B4-BE49-F238E27FC236}">
                  <a16:creationId xmlns:a16="http://schemas.microsoft.com/office/drawing/2014/main" id="{EFB0639B-61AB-B05D-177C-FA93AFEC74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5" y="16961"/>
              <a:ext cx="1122" cy="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9pPr>
            </a:lstStyle>
            <a:p>
              <a:endParaRPr lang="en-GB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4" name="Rectangle 339" descr="Narrow horizontal">
              <a:extLst>
                <a:ext uri="{FF2B5EF4-FFF2-40B4-BE49-F238E27FC236}">
                  <a16:creationId xmlns:a16="http://schemas.microsoft.com/office/drawing/2014/main" id="{037C0B09-F1A0-5228-16C5-4C67676FC4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8" y="17179"/>
              <a:ext cx="1428" cy="129"/>
            </a:xfrm>
            <a:prstGeom prst="rect">
              <a:avLst/>
            </a:prstGeom>
            <a:blipFill dpi="0" rotWithShape="0">
              <a:blip r:embed="rId8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9pPr>
            </a:lstStyle>
            <a:p>
              <a:endParaRPr lang="en-GB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5" name="Rectangle 340">
              <a:extLst>
                <a:ext uri="{FF2B5EF4-FFF2-40B4-BE49-F238E27FC236}">
                  <a16:creationId xmlns:a16="http://schemas.microsoft.com/office/drawing/2014/main" id="{ED4AB07A-8626-19E9-B927-BF6D1A6AA6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5" y="17149"/>
              <a:ext cx="1122" cy="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9pPr>
            </a:lstStyle>
            <a:p>
              <a:endParaRPr lang="en-GB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62" name="Diagram 379">
              <a:extLst>
                <a:ext uri="{FF2B5EF4-FFF2-40B4-BE49-F238E27FC236}">
                  <a16:creationId xmlns:a16="http://schemas.microsoft.com/office/drawing/2014/main" id="{B336800A-7919-C59F-7397-33905D18F3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35" y="15063"/>
              <a:ext cx="1284" cy="1400"/>
              <a:chOff x="2955" y="15600"/>
              <a:chExt cx="1618" cy="1740"/>
            </a:xfrm>
          </p:grpSpPr>
          <p:sp>
            <p:nvSpPr>
              <p:cNvPr id="163" name="_s1044">
                <a:extLst>
                  <a:ext uri="{FF2B5EF4-FFF2-40B4-BE49-F238E27FC236}">
                    <a16:creationId xmlns:a16="http://schemas.microsoft.com/office/drawing/2014/main" id="{2C527D5F-BA8E-9CB3-0366-E141FF907BE9}"/>
                  </a:ext>
                </a:extLst>
              </p:cNvPr>
              <p:cNvSpPr>
                <a:spLocks noChangeArrowheads="1" noTextEdit="1"/>
              </p:cNvSpPr>
              <p:nvPr/>
            </p:nvSpPr>
            <p:spPr bwMode="auto">
              <a:xfrm>
                <a:off x="3165" y="15682"/>
                <a:ext cx="1198" cy="1198"/>
              </a:xfrm>
              <a:custGeom>
                <a:avLst/>
                <a:gdLst>
                  <a:gd name="G0" fmla="+- -5242880 0 0"/>
                  <a:gd name="G1" fmla="+- -8519680 0 0"/>
                  <a:gd name="G2" fmla="+- -5242880 0 -8519680"/>
                  <a:gd name="G3" fmla="+- 10800 0 0"/>
                  <a:gd name="G4" fmla="+- 0 0 -5242880"/>
                  <a:gd name="T0" fmla="*/ 360 256 1"/>
                  <a:gd name="T1" fmla="*/ 0 256 1"/>
                  <a:gd name="G5" fmla="+- G2 T0 T1"/>
                  <a:gd name="G6" fmla="?: G2 G2 G5"/>
                  <a:gd name="G7" fmla="+- 0 0 G6"/>
                  <a:gd name="G8" fmla="+- 7200 0 0"/>
                  <a:gd name="G9" fmla="+- 0 0 -8519680"/>
                  <a:gd name="G10" fmla="+- 7200 0 2700"/>
                  <a:gd name="G11" fmla="cos G10 -5242880"/>
                  <a:gd name="G12" fmla="sin G10 -5242880"/>
                  <a:gd name="G13" fmla="cos 13500 -5242880"/>
                  <a:gd name="G14" fmla="sin 13500 -5242880"/>
                  <a:gd name="G15" fmla="+- G11 10800 0"/>
                  <a:gd name="G16" fmla="+- G12 10800 0"/>
                  <a:gd name="G17" fmla="+- G13 10800 0"/>
                  <a:gd name="G18" fmla="+- G14 10800 0"/>
                  <a:gd name="G19" fmla="*/ 7200 1 2"/>
                  <a:gd name="G20" fmla="+- G19 5400 0"/>
                  <a:gd name="G21" fmla="cos G20 -5242880"/>
                  <a:gd name="G22" fmla="sin G20 -5242880"/>
                  <a:gd name="G23" fmla="+- G21 10800 0"/>
                  <a:gd name="G24" fmla="+- G12 G23 G22"/>
                  <a:gd name="G25" fmla="+- G22 G23 G11"/>
                  <a:gd name="G26" fmla="cos 10800 -5242880"/>
                  <a:gd name="G27" fmla="sin 10800 -5242880"/>
                  <a:gd name="G28" fmla="cos 7200 -5242880"/>
                  <a:gd name="G29" fmla="sin 7200 -5242880"/>
                  <a:gd name="G30" fmla="+- G26 10800 0"/>
                  <a:gd name="G31" fmla="+- G27 10800 0"/>
                  <a:gd name="G32" fmla="+- G28 10800 0"/>
                  <a:gd name="G33" fmla="+- G29 10800 0"/>
                  <a:gd name="G34" fmla="+- G19 5400 0"/>
                  <a:gd name="G35" fmla="cos G34 -8519680"/>
                  <a:gd name="G36" fmla="sin G34 -8519680"/>
                  <a:gd name="G37" fmla="+/ -8519680 -5242880 2"/>
                  <a:gd name="T2" fmla="*/ 180 256 1"/>
                  <a:gd name="T3" fmla="*/ 0 256 1"/>
                  <a:gd name="G38" fmla="+- G37 T2 T3"/>
                  <a:gd name="G39" fmla="?: G2 G37 G38"/>
                  <a:gd name="G40" fmla="cos 10800 G39"/>
                  <a:gd name="G41" fmla="sin 10800 G39"/>
                  <a:gd name="G42" fmla="cos 7200 G39"/>
                  <a:gd name="G43" fmla="sin 7200 G39"/>
                  <a:gd name="G44" fmla="+- G40 10800 0"/>
                  <a:gd name="G45" fmla="+- G41 10800 0"/>
                  <a:gd name="G46" fmla="+- G42 10800 0"/>
                  <a:gd name="G47" fmla="+- G43 10800 0"/>
                  <a:gd name="G48" fmla="+- G35 10800 0"/>
                  <a:gd name="G49" fmla="+- G36 10800 0"/>
                  <a:gd name="T4" fmla="*/ 8004 w 21600"/>
                  <a:gd name="T5" fmla="*/ 368 h 21600"/>
                  <a:gd name="T6" fmla="*/ 5014 w 21600"/>
                  <a:gd name="T7" fmla="*/ 3905 h 21600"/>
                  <a:gd name="T8" fmla="*/ 8936 w 21600"/>
                  <a:gd name="T9" fmla="*/ 3845 h 21600"/>
                  <a:gd name="T10" fmla="*/ 13144 w 21600"/>
                  <a:gd name="T11" fmla="*/ -2495 h 21600"/>
                  <a:gd name="T12" fmla="*/ 16794 w 21600"/>
                  <a:gd name="T13" fmla="*/ 2717 h 21600"/>
                  <a:gd name="T14" fmla="*/ 11581 w 21600"/>
                  <a:gd name="T15" fmla="*/ 6368 h 21600"/>
                  <a:gd name="T16" fmla="*/ 3163 w 21600"/>
                  <a:gd name="T17" fmla="*/ 3163 h 21600"/>
                  <a:gd name="T18" fmla="*/ 18437 w 21600"/>
                  <a:gd name="T19" fmla="*/ 18437 h 21600"/>
                </a:gdLst>
                <a:ahLst/>
                <a:cxnLst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T16" t="T17" r="T18" b="T19"/>
                <a:pathLst>
                  <a:path w="21600" h="21600">
                    <a:moveTo>
                      <a:pt x="12050" y="3709"/>
                    </a:moveTo>
                    <a:cubicBezTo>
                      <a:pt x="11637" y="3636"/>
                      <a:pt x="11219" y="3600"/>
                      <a:pt x="10800" y="3600"/>
                    </a:cubicBezTo>
                    <a:cubicBezTo>
                      <a:pt x="9107" y="3600"/>
                      <a:pt x="7468" y="4196"/>
                      <a:pt x="6171" y="5284"/>
                    </a:cubicBezTo>
                    <a:lnTo>
                      <a:pt x="3857" y="2526"/>
                    </a:lnTo>
                    <a:cubicBezTo>
                      <a:pt x="5802" y="894"/>
                      <a:pt x="8260" y="0"/>
                      <a:pt x="10800" y="0"/>
                    </a:cubicBezTo>
                    <a:cubicBezTo>
                      <a:pt x="11428" y="0"/>
                      <a:pt x="12056" y="54"/>
                      <a:pt x="12675" y="164"/>
                    </a:cubicBezTo>
                    <a:lnTo>
                      <a:pt x="13144" y="-2495"/>
                    </a:lnTo>
                    <a:lnTo>
                      <a:pt x="16794" y="2717"/>
                    </a:lnTo>
                    <a:lnTo>
                      <a:pt x="11581" y="6368"/>
                    </a:lnTo>
                    <a:lnTo>
                      <a:pt x="12050" y="3709"/>
                    </a:lnTo>
                    <a:close/>
                  </a:path>
                </a:pathLst>
              </a:custGeom>
              <a:solidFill>
                <a:srgbClr val="00006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horz" wrap="square" lIns="0" tIns="0" rIns="0" bIns="0" numCol="1" anchor="ctr" anchorCtr="0" compatLnSpc="1">
                <a:prstTxWarp prst="textNoShape">
                  <a:avLst/>
                </a:prstTxWarp>
              </a:bodyPr>
              <a:lstStyle/>
              <a:p>
                <a:endParaRPr lang="fr-CH"/>
              </a:p>
            </p:txBody>
          </p:sp>
          <p:sp>
            <p:nvSpPr>
              <p:cNvPr id="164" name="_s1045">
                <a:extLst>
                  <a:ext uri="{FF2B5EF4-FFF2-40B4-BE49-F238E27FC236}">
                    <a16:creationId xmlns:a16="http://schemas.microsoft.com/office/drawing/2014/main" id="{8D3F7C2D-B6E6-20E5-F3C0-0E22CD408A8B}"/>
                  </a:ext>
                </a:extLst>
              </p:cNvPr>
              <p:cNvSpPr>
                <a:spLocks noChangeArrowheads="1" noTextEdit="1"/>
              </p:cNvSpPr>
              <p:nvPr/>
            </p:nvSpPr>
            <p:spPr bwMode="auto">
              <a:xfrm rot="7200000">
                <a:off x="3329" y="15965"/>
                <a:ext cx="1198" cy="1198"/>
              </a:xfrm>
              <a:custGeom>
                <a:avLst/>
                <a:gdLst>
                  <a:gd name="G0" fmla="+- -5242880 0 0"/>
                  <a:gd name="G1" fmla="+- -8519680 0 0"/>
                  <a:gd name="G2" fmla="+- -5242880 0 -8519680"/>
                  <a:gd name="G3" fmla="+- 10800 0 0"/>
                  <a:gd name="G4" fmla="+- 0 0 -5242880"/>
                  <a:gd name="T0" fmla="*/ 360 256 1"/>
                  <a:gd name="T1" fmla="*/ 0 256 1"/>
                  <a:gd name="G5" fmla="+- G2 T0 T1"/>
                  <a:gd name="G6" fmla="?: G2 G2 G5"/>
                  <a:gd name="G7" fmla="+- 0 0 G6"/>
                  <a:gd name="G8" fmla="+- 7200 0 0"/>
                  <a:gd name="G9" fmla="+- 0 0 -8519680"/>
                  <a:gd name="G10" fmla="+- 7200 0 2700"/>
                  <a:gd name="G11" fmla="cos G10 -5242880"/>
                  <a:gd name="G12" fmla="sin G10 -5242880"/>
                  <a:gd name="G13" fmla="cos 13500 -5242880"/>
                  <a:gd name="G14" fmla="sin 13500 -5242880"/>
                  <a:gd name="G15" fmla="+- G11 10800 0"/>
                  <a:gd name="G16" fmla="+- G12 10800 0"/>
                  <a:gd name="G17" fmla="+- G13 10800 0"/>
                  <a:gd name="G18" fmla="+- G14 10800 0"/>
                  <a:gd name="G19" fmla="*/ 7200 1 2"/>
                  <a:gd name="G20" fmla="+- G19 5400 0"/>
                  <a:gd name="G21" fmla="cos G20 -5242880"/>
                  <a:gd name="G22" fmla="sin G20 -5242880"/>
                  <a:gd name="G23" fmla="+- G21 10800 0"/>
                  <a:gd name="G24" fmla="+- G12 G23 G22"/>
                  <a:gd name="G25" fmla="+- G22 G23 G11"/>
                  <a:gd name="G26" fmla="cos 10800 -5242880"/>
                  <a:gd name="G27" fmla="sin 10800 -5242880"/>
                  <a:gd name="G28" fmla="cos 7200 -5242880"/>
                  <a:gd name="G29" fmla="sin 7200 -5242880"/>
                  <a:gd name="G30" fmla="+- G26 10800 0"/>
                  <a:gd name="G31" fmla="+- G27 10800 0"/>
                  <a:gd name="G32" fmla="+- G28 10800 0"/>
                  <a:gd name="G33" fmla="+- G29 10800 0"/>
                  <a:gd name="G34" fmla="+- G19 5400 0"/>
                  <a:gd name="G35" fmla="cos G34 -8519680"/>
                  <a:gd name="G36" fmla="sin G34 -8519680"/>
                  <a:gd name="G37" fmla="+/ -8519680 -5242880 2"/>
                  <a:gd name="T2" fmla="*/ 180 256 1"/>
                  <a:gd name="T3" fmla="*/ 0 256 1"/>
                  <a:gd name="G38" fmla="+- G37 T2 T3"/>
                  <a:gd name="G39" fmla="?: G2 G37 G38"/>
                  <a:gd name="G40" fmla="cos 10800 G39"/>
                  <a:gd name="G41" fmla="sin 10800 G39"/>
                  <a:gd name="G42" fmla="cos 7200 G39"/>
                  <a:gd name="G43" fmla="sin 7200 G39"/>
                  <a:gd name="G44" fmla="+- G40 10800 0"/>
                  <a:gd name="G45" fmla="+- G41 10800 0"/>
                  <a:gd name="G46" fmla="+- G42 10800 0"/>
                  <a:gd name="G47" fmla="+- G43 10800 0"/>
                  <a:gd name="G48" fmla="+- G35 10800 0"/>
                  <a:gd name="G49" fmla="+- G36 10800 0"/>
                  <a:gd name="T4" fmla="*/ 8004 w 21600"/>
                  <a:gd name="T5" fmla="*/ 368 h 21600"/>
                  <a:gd name="T6" fmla="*/ 5014 w 21600"/>
                  <a:gd name="T7" fmla="*/ 3905 h 21600"/>
                  <a:gd name="T8" fmla="*/ 8936 w 21600"/>
                  <a:gd name="T9" fmla="*/ 3845 h 21600"/>
                  <a:gd name="T10" fmla="*/ 13144 w 21600"/>
                  <a:gd name="T11" fmla="*/ -2495 h 21600"/>
                  <a:gd name="T12" fmla="*/ 16794 w 21600"/>
                  <a:gd name="T13" fmla="*/ 2717 h 21600"/>
                  <a:gd name="T14" fmla="*/ 11581 w 21600"/>
                  <a:gd name="T15" fmla="*/ 6368 h 21600"/>
                  <a:gd name="T16" fmla="*/ 3163 w 21600"/>
                  <a:gd name="T17" fmla="*/ 3163 h 21600"/>
                  <a:gd name="T18" fmla="*/ 18437 w 21600"/>
                  <a:gd name="T19" fmla="*/ 18437 h 21600"/>
                </a:gdLst>
                <a:ahLst/>
                <a:cxnLst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T16" t="T17" r="T18" b="T19"/>
                <a:pathLst>
                  <a:path w="21600" h="21600">
                    <a:moveTo>
                      <a:pt x="12050" y="3709"/>
                    </a:moveTo>
                    <a:cubicBezTo>
                      <a:pt x="11637" y="3636"/>
                      <a:pt x="11219" y="3600"/>
                      <a:pt x="10800" y="3600"/>
                    </a:cubicBezTo>
                    <a:cubicBezTo>
                      <a:pt x="9107" y="3600"/>
                      <a:pt x="7468" y="4196"/>
                      <a:pt x="6171" y="5284"/>
                    </a:cubicBezTo>
                    <a:lnTo>
                      <a:pt x="3857" y="2526"/>
                    </a:lnTo>
                    <a:cubicBezTo>
                      <a:pt x="5802" y="894"/>
                      <a:pt x="8260" y="0"/>
                      <a:pt x="10800" y="0"/>
                    </a:cubicBezTo>
                    <a:cubicBezTo>
                      <a:pt x="11428" y="0"/>
                      <a:pt x="12056" y="54"/>
                      <a:pt x="12675" y="164"/>
                    </a:cubicBezTo>
                    <a:lnTo>
                      <a:pt x="13144" y="-2495"/>
                    </a:lnTo>
                    <a:lnTo>
                      <a:pt x="16794" y="2717"/>
                    </a:lnTo>
                    <a:lnTo>
                      <a:pt x="11581" y="6368"/>
                    </a:lnTo>
                    <a:lnTo>
                      <a:pt x="12050" y="3709"/>
                    </a:lnTo>
                    <a:close/>
                  </a:path>
                </a:pathLst>
              </a:custGeom>
              <a:solidFill>
                <a:srgbClr val="00006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horz" wrap="square" lIns="0" tIns="0" rIns="0" bIns="0" numCol="1" anchor="ctr" anchorCtr="0" compatLnSpc="1">
                <a:prstTxWarp prst="textNoShape">
                  <a:avLst/>
                </a:prstTxWarp>
              </a:bodyPr>
              <a:lstStyle/>
              <a:p>
                <a:endParaRPr lang="fr-CH"/>
              </a:p>
            </p:txBody>
          </p:sp>
          <p:sp>
            <p:nvSpPr>
              <p:cNvPr id="165" name="_s1046">
                <a:extLst>
                  <a:ext uri="{FF2B5EF4-FFF2-40B4-BE49-F238E27FC236}">
                    <a16:creationId xmlns:a16="http://schemas.microsoft.com/office/drawing/2014/main" id="{4044D15C-974D-BDB0-0A50-2FF86C097481}"/>
                  </a:ext>
                </a:extLst>
              </p:cNvPr>
              <p:cNvSpPr>
                <a:spLocks noChangeArrowheads="1" noTextEdit="1"/>
              </p:cNvSpPr>
              <p:nvPr/>
            </p:nvSpPr>
            <p:spPr bwMode="auto">
              <a:xfrm rot="14400000">
                <a:off x="3001" y="15966"/>
                <a:ext cx="1198" cy="1198"/>
              </a:xfrm>
              <a:custGeom>
                <a:avLst/>
                <a:gdLst>
                  <a:gd name="G0" fmla="+- -5242880 0 0"/>
                  <a:gd name="G1" fmla="+- -8519680 0 0"/>
                  <a:gd name="G2" fmla="+- -5242880 0 -8519680"/>
                  <a:gd name="G3" fmla="+- 10800 0 0"/>
                  <a:gd name="G4" fmla="+- 0 0 -5242880"/>
                  <a:gd name="T0" fmla="*/ 360 256 1"/>
                  <a:gd name="T1" fmla="*/ 0 256 1"/>
                  <a:gd name="G5" fmla="+- G2 T0 T1"/>
                  <a:gd name="G6" fmla="?: G2 G2 G5"/>
                  <a:gd name="G7" fmla="+- 0 0 G6"/>
                  <a:gd name="G8" fmla="+- 7200 0 0"/>
                  <a:gd name="G9" fmla="+- 0 0 -8519680"/>
                  <a:gd name="G10" fmla="+- 7200 0 2700"/>
                  <a:gd name="G11" fmla="cos G10 -5242880"/>
                  <a:gd name="G12" fmla="sin G10 -5242880"/>
                  <a:gd name="G13" fmla="cos 13500 -5242880"/>
                  <a:gd name="G14" fmla="sin 13500 -5242880"/>
                  <a:gd name="G15" fmla="+- G11 10800 0"/>
                  <a:gd name="G16" fmla="+- G12 10800 0"/>
                  <a:gd name="G17" fmla="+- G13 10800 0"/>
                  <a:gd name="G18" fmla="+- G14 10800 0"/>
                  <a:gd name="G19" fmla="*/ 7200 1 2"/>
                  <a:gd name="G20" fmla="+- G19 5400 0"/>
                  <a:gd name="G21" fmla="cos G20 -5242880"/>
                  <a:gd name="G22" fmla="sin G20 -5242880"/>
                  <a:gd name="G23" fmla="+- G21 10800 0"/>
                  <a:gd name="G24" fmla="+- G12 G23 G22"/>
                  <a:gd name="G25" fmla="+- G22 G23 G11"/>
                  <a:gd name="G26" fmla="cos 10800 -5242880"/>
                  <a:gd name="G27" fmla="sin 10800 -5242880"/>
                  <a:gd name="G28" fmla="cos 7200 -5242880"/>
                  <a:gd name="G29" fmla="sin 7200 -5242880"/>
                  <a:gd name="G30" fmla="+- G26 10800 0"/>
                  <a:gd name="G31" fmla="+- G27 10800 0"/>
                  <a:gd name="G32" fmla="+- G28 10800 0"/>
                  <a:gd name="G33" fmla="+- G29 10800 0"/>
                  <a:gd name="G34" fmla="+- G19 5400 0"/>
                  <a:gd name="G35" fmla="cos G34 -8519680"/>
                  <a:gd name="G36" fmla="sin G34 -8519680"/>
                  <a:gd name="G37" fmla="+/ -8519680 -5242880 2"/>
                  <a:gd name="T2" fmla="*/ 180 256 1"/>
                  <a:gd name="T3" fmla="*/ 0 256 1"/>
                  <a:gd name="G38" fmla="+- G37 T2 T3"/>
                  <a:gd name="G39" fmla="?: G2 G37 G38"/>
                  <a:gd name="G40" fmla="cos 10800 G39"/>
                  <a:gd name="G41" fmla="sin 10800 G39"/>
                  <a:gd name="G42" fmla="cos 7200 G39"/>
                  <a:gd name="G43" fmla="sin 7200 G39"/>
                  <a:gd name="G44" fmla="+- G40 10800 0"/>
                  <a:gd name="G45" fmla="+- G41 10800 0"/>
                  <a:gd name="G46" fmla="+- G42 10800 0"/>
                  <a:gd name="G47" fmla="+- G43 10800 0"/>
                  <a:gd name="G48" fmla="+- G35 10800 0"/>
                  <a:gd name="G49" fmla="+- G36 10800 0"/>
                  <a:gd name="T4" fmla="*/ 8004 w 21600"/>
                  <a:gd name="T5" fmla="*/ 368 h 21600"/>
                  <a:gd name="T6" fmla="*/ 5014 w 21600"/>
                  <a:gd name="T7" fmla="*/ 3905 h 21600"/>
                  <a:gd name="T8" fmla="*/ 8936 w 21600"/>
                  <a:gd name="T9" fmla="*/ 3845 h 21600"/>
                  <a:gd name="T10" fmla="*/ 13144 w 21600"/>
                  <a:gd name="T11" fmla="*/ -2495 h 21600"/>
                  <a:gd name="T12" fmla="*/ 16794 w 21600"/>
                  <a:gd name="T13" fmla="*/ 2717 h 21600"/>
                  <a:gd name="T14" fmla="*/ 11581 w 21600"/>
                  <a:gd name="T15" fmla="*/ 6368 h 21600"/>
                  <a:gd name="T16" fmla="*/ 3163 w 21600"/>
                  <a:gd name="T17" fmla="*/ 3163 h 21600"/>
                  <a:gd name="T18" fmla="*/ 18437 w 21600"/>
                  <a:gd name="T19" fmla="*/ 18437 h 21600"/>
                </a:gdLst>
                <a:ahLst/>
                <a:cxnLst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T16" t="T17" r="T18" b="T19"/>
                <a:pathLst>
                  <a:path w="21600" h="21600">
                    <a:moveTo>
                      <a:pt x="12050" y="3709"/>
                    </a:moveTo>
                    <a:cubicBezTo>
                      <a:pt x="11637" y="3636"/>
                      <a:pt x="11219" y="3600"/>
                      <a:pt x="10800" y="3600"/>
                    </a:cubicBezTo>
                    <a:cubicBezTo>
                      <a:pt x="9107" y="3600"/>
                      <a:pt x="7468" y="4196"/>
                      <a:pt x="6171" y="5284"/>
                    </a:cubicBezTo>
                    <a:lnTo>
                      <a:pt x="3857" y="2526"/>
                    </a:lnTo>
                    <a:cubicBezTo>
                      <a:pt x="5802" y="894"/>
                      <a:pt x="8260" y="0"/>
                      <a:pt x="10800" y="0"/>
                    </a:cubicBezTo>
                    <a:cubicBezTo>
                      <a:pt x="11428" y="0"/>
                      <a:pt x="12056" y="54"/>
                      <a:pt x="12675" y="164"/>
                    </a:cubicBezTo>
                    <a:lnTo>
                      <a:pt x="13144" y="-2495"/>
                    </a:lnTo>
                    <a:lnTo>
                      <a:pt x="16794" y="2717"/>
                    </a:lnTo>
                    <a:lnTo>
                      <a:pt x="11581" y="6368"/>
                    </a:lnTo>
                    <a:lnTo>
                      <a:pt x="12050" y="3709"/>
                    </a:lnTo>
                    <a:close/>
                  </a:path>
                </a:pathLst>
              </a:custGeom>
              <a:solidFill>
                <a:srgbClr val="000066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vert="horz" wrap="square" lIns="0" tIns="0" rIns="0" bIns="0" numCol="1" anchor="ctr" anchorCtr="0" compatLnSpc="1">
                <a:prstTxWarp prst="textNoShape">
                  <a:avLst/>
                </a:prstTxWarp>
              </a:bodyPr>
              <a:lstStyle/>
              <a:p>
                <a:endParaRPr lang="fr-CH"/>
              </a:p>
            </p:txBody>
          </p:sp>
          <p:sp>
            <p:nvSpPr>
              <p:cNvPr id="166" name="_s1047">
                <a:extLst>
                  <a:ext uri="{FF2B5EF4-FFF2-40B4-BE49-F238E27FC236}">
                    <a16:creationId xmlns:a16="http://schemas.microsoft.com/office/drawing/2014/main" id="{F617DB18-C16C-1D51-747E-A0AA4E2A09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92" y="15901"/>
                <a:ext cx="481" cy="4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</a:bodyPr>
              <a:lstStyle>
                <a:lvl1pPr defTabSz="90805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defTabSz="90805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defTabSz="90805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defTabSz="90805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defTabSz="90805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defTabSz="90805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defTabSz="90805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defTabSz="90805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defTabSz="90805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0805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fr-FR" sz="400" b="1" i="0" u="none" strike="noStrike" cap="none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panose="020B0604020202020204" pitchFamily="34" charset="0"/>
                  </a:rPr>
                  <a:t>i</a:t>
                </a:r>
              </a:p>
            </p:txBody>
          </p:sp>
          <p:sp>
            <p:nvSpPr>
              <p:cNvPr id="167" name="_s1048">
                <a:extLst>
                  <a:ext uri="{FF2B5EF4-FFF2-40B4-BE49-F238E27FC236}">
                    <a16:creationId xmlns:a16="http://schemas.microsoft.com/office/drawing/2014/main" id="{3C00166E-9017-3907-1282-BBCECE7C8D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4" y="16886"/>
                <a:ext cx="481" cy="4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</a:bodyPr>
              <a:lstStyle>
                <a:lvl1pPr defTabSz="90805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defTabSz="90805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defTabSz="90805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defTabSz="90805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defTabSz="90805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defTabSz="90805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defTabSz="90805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defTabSz="90805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defTabSz="90805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0805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fr-FR" sz="400" b="1" i="0" u="none" strike="noStrike" cap="none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panose="020B0604020202020204" pitchFamily="34" charset="0"/>
                  </a:rPr>
                  <a:t>i</a:t>
                </a:r>
              </a:p>
            </p:txBody>
          </p:sp>
          <p:sp>
            <p:nvSpPr>
              <p:cNvPr id="168" name="_s1049">
                <a:extLst>
                  <a:ext uri="{FF2B5EF4-FFF2-40B4-BE49-F238E27FC236}">
                    <a16:creationId xmlns:a16="http://schemas.microsoft.com/office/drawing/2014/main" id="{C49A16F9-7576-9994-D939-393C74902A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5" y="15901"/>
                <a:ext cx="481" cy="4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</a:bodyPr>
              <a:lstStyle>
                <a:lvl1pPr defTabSz="90805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defTabSz="90805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defTabSz="90805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defTabSz="90805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defTabSz="90805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defTabSz="90805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defTabSz="90805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defTabSz="90805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defTabSz="90805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0805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fr-FR" sz="400" b="1" i="0" u="none" strike="noStrike" cap="none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Arial" panose="020B0604020202020204" pitchFamily="34" charset="0"/>
                  </a:rPr>
                  <a:t>i</a:t>
                </a:r>
              </a:p>
            </p:txBody>
          </p:sp>
        </p:grpSp>
        <p:sp>
          <p:nvSpPr>
            <p:cNvPr id="127" name="Rectangle 388" descr="75%">
              <a:extLst>
                <a:ext uri="{FF2B5EF4-FFF2-40B4-BE49-F238E27FC236}">
                  <a16:creationId xmlns:a16="http://schemas.microsoft.com/office/drawing/2014/main" id="{F16FADC8-18CF-261D-D838-FD5696C887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3" y="16046"/>
              <a:ext cx="283" cy="329"/>
            </a:xfrm>
            <a:prstGeom prst="rect">
              <a:avLst/>
            </a:prstGeom>
            <a:blipFill dpi="0" rotWithShape="0">
              <a:blip r:embed="rId10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9pPr>
            </a:lstStyle>
            <a:p>
              <a:endParaRPr lang="en-GB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8" name="Rectangle 386" descr="75%">
              <a:extLst>
                <a:ext uri="{FF2B5EF4-FFF2-40B4-BE49-F238E27FC236}">
                  <a16:creationId xmlns:a16="http://schemas.microsoft.com/office/drawing/2014/main" id="{6D686A85-260F-F8B4-28FE-4BBB8DFEA3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3" y="15270"/>
              <a:ext cx="283" cy="328"/>
            </a:xfrm>
            <a:prstGeom prst="rect">
              <a:avLst/>
            </a:prstGeom>
            <a:blipFill dpi="0" rotWithShape="0">
              <a:blip r:embed="rId10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9pPr>
            </a:lstStyle>
            <a:p>
              <a:endParaRPr lang="en-GB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9" name="Rectangle 389" descr="75%">
              <a:extLst>
                <a:ext uri="{FF2B5EF4-FFF2-40B4-BE49-F238E27FC236}">
                  <a16:creationId xmlns:a16="http://schemas.microsoft.com/office/drawing/2014/main" id="{5D7E2AC8-D950-6BAA-3262-3B5685F2E5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3" y="15321"/>
              <a:ext cx="283" cy="329"/>
            </a:xfrm>
            <a:prstGeom prst="rect">
              <a:avLst/>
            </a:prstGeom>
            <a:blipFill dpi="0" rotWithShape="0">
              <a:blip r:embed="rId10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9pPr>
            </a:lstStyle>
            <a:p>
              <a:endParaRPr lang="en-GB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0" name="Rectangle 390" descr="Narrow horizontal">
              <a:extLst>
                <a:ext uri="{FF2B5EF4-FFF2-40B4-BE49-F238E27FC236}">
                  <a16:creationId xmlns:a16="http://schemas.microsoft.com/office/drawing/2014/main" id="{E6FAD68B-343A-0F8F-1D81-A5AB1124FB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6" y="15684"/>
              <a:ext cx="1294" cy="70"/>
            </a:xfrm>
            <a:prstGeom prst="rect">
              <a:avLst/>
            </a:prstGeom>
            <a:blipFill dpi="0" rotWithShape="0">
              <a:blip r:embed="rId8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9pPr>
            </a:lstStyle>
            <a:p>
              <a:endParaRPr lang="en-GB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1" name="Rectangle 391" descr="75%">
              <a:extLst>
                <a:ext uri="{FF2B5EF4-FFF2-40B4-BE49-F238E27FC236}">
                  <a16:creationId xmlns:a16="http://schemas.microsoft.com/office/drawing/2014/main" id="{8FF339E6-0F31-1BD0-34FD-8B47BE10D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4" y="15787"/>
              <a:ext cx="1445" cy="630"/>
            </a:xfrm>
            <a:prstGeom prst="rect">
              <a:avLst/>
            </a:prstGeom>
            <a:blipFill dpi="0" rotWithShape="0">
              <a:blip r:embed="rId10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9pPr>
            </a:lstStyle>
            <a:p>
              <a:endParaRPr lang="en-GB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2" name="Rectangle 392" descr="Narrow horizontal">
              <a:extLst>
                <a:ext uri="{FF2B5EF4-FFF2-40B4-BE49-F238E27FC236}">
                  <a16:creationId xmlns:a16="http://schemas.microsoft.com/office/drawing/2014/main" id="{F32A6E50-C13D-F953-F46F-D26B86DD2D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4" y="16443"/>
              <a:ext cx="1294" cy="50"/>
            </a:xfrm>
            <a:prstGeom prst="rect">
              <a:avLst/>
            </a:prstGeom>
            <a:blipFill dpi="0" rotWithShape="0">
              <a:blip r:embed="rId8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9pPr>
            </a:lstStyle>
            <a:p>
              <a:endParaRPr lang="en-GB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33" name="Text Box 405">
            <a:extLst>
              <a:ext uri="{FF2B5EF4-FFF2-40B4-BE49-F238E27FC236}">
                <a16:creationId xmlns:a16="http://schemas.microsoft.com/office/drawing/2014/main" id="{A5948653-8029-BE8E-E1C9-BD059E948C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37238" y="22447313"/>
            <a:ext cx="7810500" cy="645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19070" tIns="45267" rIns="419070" bIns="45267">
            <a:spAutoFit/>
          </a:bodyPr>
          <a:lstStyle>
            <a:lvl1pPr defTabSz="908050"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1pPr>
            <a:lvl2pPr marL="742950" indent="-285750" defTabSz="908050"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2pPr>
            <a:lvl3pPr marL="1143000" indent="-228600" defTabSz="908050"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3pPr>
            <a:lvl4pPr marL="1600200" indent="-228600" defTabSz="908050"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4pPr>
            <a:lvl5pPr marL="2057400" indent="-228600" defTabSz="908050"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99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GB" sz="3600" noProof="0" dirty="0">
                <a:solidFill>
                  <a:schemeClr val="tx1"/>
                </a:solidFill>
                <a:cs typeface="Arial" panose="020B0604020202020204" pitchFamily="34" charset="0"/>
              </a:rPr>
              <a:t>Figure 2. caption: 36 pts, bold. </a:t>
            </a:r>
          </a:p>
        </p:txBody>
      </p:sp>
      <p:grpSp>
        <p:nvGrpSpPr>
          <p:cNvPr id="134" name="Group 530">
            <a:extLst>
              <a:ext uri="{FF2B5EF4-FFF2-40B4-BE49-F238E27FC236}">
                <a16:creationId xmlns:a16="http://schemas.microsoft.com/office/drawing/2014/main" id="{6B548845-EE15-F8DD-1C5C-573ADBA3E704}"/>
              </a:ext>
            </a:extLst>
          </p:cNvPr>
          <p:cNvGrpSpPr>
            <a:grpSpLocks/>
          </p:cNvGrpSpPr>
          <p:nvPr/>
        </p:nvGrpSpPr>
        <p:grpSpPr bwMode="auto">
          <a:xfrm>
            <a:off x="19851688" y="16543401"/>
            <a:ext cx="5181600" cy="5505450"/>
            <a:chOff x="12288" y="6048"/>
            <a:chExt cx="3264" cy="3468"/>
          </a:xfrm>
        </p:grpSpPr>
        <p:sp>
          <p:nvSpPr>
            <p:cNvPr id="135" name="Rectangle 407">
              <a:extLst>
                <a:ext uri="{FF2B5EF4-FFF2-40B4-BE49-F238E27FC236}">
                  <a16:creationId xmlns:a16="http://schemas.microsoft.com/office/drawing/2014/main" id="{2641ADCC-4FAD-7C2B-E606-6BBFBA6BDD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88" y="6048"/>
              <a:ext cx="3264" cy="346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83814" tIns="41907" rIns="83814" bIns="41907" anchor="ctr"/>
            <a:lstStyle>
              <a:lvl1pPr defTabSz="8382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1pPr>
              <a:lvl2pPr marL="742950" indent="-285750" defTabSz="8382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2pPr>
              <a:lvl3pPr marL="1143000" indent="-228600" defTabSz="8382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3pPr>
              <a:lvl4pPr marL="1600200" indent="-228600" defTabSz="8382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4pPr>
              <a:lvl5pPr marL="2057400" indent="-228600" defTabSz="8382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5pPr>
              <a:lvl6pPr marL="2514600" indent="-228600" defTabSz="8382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6pPr>
              <a:lvl7pPr marL="2971800" indent="-228600" defTabSz="8382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7pPr>
              <a:lvl8pPr marL="3429000" indent="-228600" defTabSz="8382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8pPr>
              <a:lvl9pPr marL="3886200" indent="-228600" defTabSz="8382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9pPr>
            </a:lstStyle>
            <a:p>
              <a:pPr algn="ctr"/>
              <a:endParaRPr lang="en-GB" sz="6600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6" name="Rectangle 408" descr="Dark horizontal">
              <a:extLst>
                <a:ext uri="{FF2B5EF4-FFF2-40B4-BE49-F238E27FC236}">
                  <a16:creationId xmlns:a16="http://schemas.microsoft.com/office/drawing/2014/main" id="{E80A0D86-71AE-7B2A-0BAD-2CF5695924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43" y="6139"/>
              <a:ext cx="2703" cy="155"/>
            </a:xfrm>
            <a:prstGeom prst="rect">
              <a:avLst/>
            </a:prstGeom>
            <a:blipFill dpi="0" rotWithShape="0">
              <a:blip r:embed="rId6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9pPr>
            </a:lstStyle>
            <a:p>
              <a:endParaRPr lang="en-GB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pic>
          <p:nvPicPr>
            <p:cNvPr id="137" name="Picture 409" descr="NvyShad">
              <a:extLst>
                <a:ext uri="{FF2B5EF4-FFF2-40B4-BE49-F238E27FC236}">
                  <a16:creationId xmlns:a16="http://schemas.microsoft.com/office/drawing/2014/main" id="{514EA952-BC27-5217-E5DF-C4CE6E65AE3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004" y="6333"/>
              <a:ext cx="529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8" name="Rectangle 410" descr="Narrow horizontal">
              <a:extLst>
                <a:ext uri="{FF2B5EF4-FFF2-40B4-BE49-F238E27FC236}">
                  <a16:creationId xmlns:a16="http://schemas.microsoft.com/office/drawing/2014/main" id="{8A5C463F-7E8B-A751-ADD8-9EEC9376AA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83" y="6423"/>
              <a:ext cx="1810" cy="110"/>
            </a:xfrm>
            <a:prstGeom prst="rect">
              <a:avLst/>
            </a:prstGeom>
            <a:blipFill dpi="0" rotWithShape="0">
              <a:blip r:embed="rId8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9pPr>
            </a:lstStyle>
            <a:p>
              <a:endParaRPr lang="en-GB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39" name="Rectangle 411">
              <a:extLst>
                <a:ext uri="{FF2B5EF4-FFF2-40B4-BE49-F238E27FC236}">
                  <a16:creationId xmlns:a16="http://schemas.microsoft.com/office/drawing/2014/main" id="{35C6D267-0EFD-15AD-1E18-F727C2EDD8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39" y="6407"/>
              <a:ext cx="202" cy="155"/>
            </a:xfrm>
            <a:prstGeom prst="rect">
              <a:avLst/>
            </a:prstGeom>
            <a:solidFill>
              <a:srgbClr val="000066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9pPr>
            </a:lstStyle>
            <a:p>
              <a:endParaRPr lang="en-GB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0" name="Rectangle 412" descr="Narrow horizontal">
              <a:extLst>
                <a:ext uri="{FF2B5EF4-FFF2-40B4-BE49-F238E27FC236}">
                  <a16:creationId xmlns:a16="http://schemas.microsoft.com/office/drawing/2014/main" id="{48A0A6AC-7337-564E-8B8E-F43E289CF8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0" y="6748"/>
              <a:ext cx="1428" cy="336"/>
            </a:xfrm>
            <a:prstGeom prst="rect">
              <a:avLst/>
            </a:prstGeom>
            <a:blipFill dpi="0" rotWithShape="0">
              <a:blip r:embed="rId8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9pPr>
            </a:lstStyle>
            <a:p>
              <a:endParaRPr lang="en-GB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1" name="Rectangle 413" descr="Dark horizontal">
              <a:extLst>
                <a:ext uri="{FF2B5EF4-FFF2-40B4-BE49-F238E27FC236}">
                  <a16:creationId xmlns:a16="http://schemas.microsoft.com/office/drawing/2014/main" id="{F0B9D533-A70D-17D3-72E4-223E738BCA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0" y="6669"/>
              <a:ext cx="561" cy="52"/>
            </a:xfrm>
            <a:prstGeom prst="rect">
              <a:avLst/>
            </a:prstGeom>
            <a:blipFill dpi="0" rotWithShape="0">
              <a:blip r:embed="rId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9pPr>
            </a:lstStyle>
            <a:p>
              <a:endParaRPr lang="en-GB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2" name="Rectangle 414" descr="Narrow horizontal">
              <a:extLst>
                <a:ext uri="{FF2B5EF4-FFF2-40B4-BE49-F238E27FC236}">
                  <a16:creationId xmlns:a16="http://schemas.microsoft.com/office/drawing/2014/main" id="{91082EC7-791F-E439-4E20-2DD4AA997F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73" y="6748"/>
              <a:ext cx="1428" cy="336"/>
            </a:xfrm>
            <a:prstGeom prst="rect">
              <a:avLst/>
            </a:prstGeom>
            <a:blipFill dpi="0" rotWithShape="0">
              <a:blip r:embed="rId8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9pPr>
            </a:lstStyle>
            <a:p>
              <a:endParaRPr lang="en-GB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3" name="Rectangle 415" descr="75%">
              <a:extLst>
                <a:ext uri="{FF2B5EF4-FFF2-40B4-BE49-F238E27FC236}">
                  <a16:creationId xmlns:a16="http://schemas.microsoft.com/office/drawing/2014/main" id="{843C4C47-C9F3-F97A-29BA-2E059DD0CE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32" y="7662"/>
              <a:ext cx="840" cy="450"/>
            </a:xfrm>
            <a:prstGeom prst="rect">
              <a:avLst/>
            </a:prstGeom>
            <a:blipFill dpi="0" rotWithShape="0">
              <a:blip r:embed="rId10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9pPr>
            </a:lstStyle>
            <a:p>
              <a:endParaRPr lang="en-GB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4" name="Rectangle 416" descr="Dark horizontal">
              <a:extLst>
                <a:ext uri="{FF2B5EF4-FFF2-40B4-BE49-F238E27FC236}">
                  <a16:creationId xmlns:a16="http://schemas.microsoft.com/office/drawing/2014/main" id="{96F403B5-52D2-0062-42B0-7D1BB2C888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73" y="6669"/>
              <a:ext cx="561" cy="52"/>
            </a:xfrm>
            <a:prstGeom prst="rect">
              <a:avLst/>
            </a:prstGeom>
            <a:blipFill dpi="0" rotWithShape="0">
              <a:blip r:embed="rId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9pPr>
            </a:lstStyle>
            <a:p>
              <a:endParaRPr lang="en-GB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5" name="Rectangle 417" descr="Narrow horizontal">
              <a:extLst>
                <a:ext uri="{FF2B5EF4-FFF2-40B4-BE49-F238E27FC236}">
                  <a16:creationId xmlns:a16="http://schemas.microsoft.com/office/drawing/2014/main" id="{C8E51633-53CD-D408-41F3-DE8369F86C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76" y="8624"/>
              <a:ext cx="2218" cy="47"/>
            </a:xfrm>
            <a:prstGeom prst="rect">
              <a:avLst/>
            </a:prstGeom>
            <a:blipFill dpi="0" rotWithShape="0">
              <a:blip r:embed="rId8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9pPr>
            </a:lstStyle>
            <a:p>
              <a:endParaRPr lang="en-GB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6" name="Rectangle 418" descr="Narrow horizontal">
              <a:extLst>
                <a:ext uri="{FF2B5EF4-FFF2-40B4-BE49-F238E27FC236}">
                  <a16:creationId xmlns:a16="http://schemas.microsoft.com/office/drawing/2014/main" id="{1E94E2FE-3D02-3B35-2DEE-5982F9399C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0" y="8922"/>
              <a:ext cx="1428" cy="559"/>
            </a:xfrm>
            <a:prstGeom prst="rect">
              <a:avLst/>
            </a:prstGeom>
            <a:blipFill dpi="0" rotWithShape="0">
              <a:blip r:embed="rId8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9pPr>
            </a:lstStyle>
            <a:p>
              <a:endParaRPr lang="en-GB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7" name="Rectangle 419" descr="Dark horizontal">
              <a:extLst>
                <a:ext uri="{FF2B5EF4-FFF2-40B4-BE49-F238E27FC236}">
                  <a16:creationId xmlns:a16="http://schemas.microsoft.com/office/drawing/2014/main" id="{F99014F7-901A-1DF0-DEB5-58B348A1D4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90" y="8843"/>
              <a:ext cx="561" cy="52"/>
            </a:xfrm>
            <a:prstGeom prst="rect">
              <a:avLst/>
            </a:prstGeom>
            <a:blipFill dpi="0" rotWithShape="0">
              <a:blip r:embed="rId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9pPr>
            </a:lstStyle>
            <a:p>
              <a:endParaRPr lang="en-GB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8" name="Rectangle 420" descr="Narrow horizontal">
              <a:extLst>
                <a:ext uri="{FF2B5EF4-FFF2-40B4-BE49-F238E27FC236}">
                  <a16:creationId xmlns:a16="http://schemas.microsoft.com/office/drawing/2014/main" id="{4F13C64C-8217-AF56-69F3-FF764B8EAD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22" y="8922"/>
              <a:ext cx="1428" cy="181"/>
            </a:xfrm>
            <a:prstGeom prst="rect">
              <a:avLst/>
            </a:prstGeom>
            <a:blipFill dpi="0" rotWithShape="0">
              <a:blip r:embed="rId8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9pPr>
            </a:lstStyle>
            <a:p>
              <a:endParaRPr lang="en-GB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9" name="Rectangle 421" descr="Dark horizontal">
              <a:extLst>
                <a:ext uri="{FF2B5EF4-FFF2-40B4-BE49-F238E27FC236}">
                  <a16:creationId xmlns:a16="http://schemas.microsoft.com/office/drawing/2014/main" id="{9853A3B9-5C6F-A6EA-C032-06B6DEB61A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22" y="8843"/>
              <a:ext cx="561" cy="52"/>
            </a:xfrm>
            <a:prstGeom prst="rect">
              <a:avLst/>
            </a:prstGeom>
            <a:blipFill dpi="0" rotWithShape="0">
              <a:blip r:embed="rId9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9pPr>
            </a:lstStyle>
            <a:p>
              <a:endParaRPr lang="en-GB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0" name="Rectangle 423" descr="Narrow horizontal">
              <a:extLst>
                <a:ext uri="{FF2B5EF4-FFF2-40B4-BE49-F238E27FC236}">
                  <a16:creationId xmlns:a16="http://schemas.microsoft.com/office/drawing/2014/main" id="{997A3333-7E84-9CF5-C135-4B64370E3F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22" y="9167"/>
              <a:ext cx="1428" cy="123"/>
            </a:xfrm>
            <a:prstGeom prst="rect">
              <a:avLst/>
            </a:prstGeom>
            <a:blipFill dpi="0" rotWithShape="0">
              <a:blip r:embed="rId8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9pPr>
            </a:lstStyle>
            <a:p>
              <a:endParaRPr lang="en-GB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1" name="Rectangle 424">
              <a:extLst>
                <a:ext uri="{FF2B5EF4-FFF2-40B4-BE49-F238E27FC236}">
                  <a16:creationId xmlns:a16="http://schemas.microsoft.com/office/drawing/2014/main" id="{D5FF7FD6-D79C-B6E7-B0E4-85D2EB1AAD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79" y="9137"/>
              <a:ext cx="1122" cy="8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9pPr>
            </a:lstStyle>
            <a:p>
              <a:endParaRPr lang="en-GB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52" name="Group 425">
              <a:extLst>
                <a:ext uri="{FF2B5EF4-FFF2-40B4-BE49-F238E27FC236}">
                  <a16:creationId xmlns:a16="http://schemas.microsoft.com/office/drawing/2014/main" id="{48C6B4C4-4D68-5389-6AF3-D627EDCDBC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22" y="9361"/>
              <a:ext cx="1479" cy="123"/>
              <a:chOff x="1968" y="8928"/>
              <a:chExt cx="1392" cy="114"/>
            </a:xfrm>
          </p:grpSpPr>
          <p:sp>
            <p:nvSpPr>
              <p:cNvPr id="160" name="Rectangle 426" descr="Narrow horizontal">
                <a:extLst>
                  <a:ext uri="{FF2B5EF4-FFF2-40B4-BE49-F238E27FC236}">
                    <a16:creationId xmlns:a16="http://schemas.microsoft.com/office/drawing/2014/main" id="{74FBFAA9-A878-DA00-DBC1-461152937C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8928"/>
                <a:ext cx="1344" cy="114"/>
              </a:xfrm>
              <a:prstGeom prst="rect">
                <a:avLst/>
              </a:prstGeom>
              <a:blipFill dpi="0" rotWithShape="0">
                <a:blip r:embed="rId8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4000" b="1">
                    <a:solidFill>
                      <a:srgbClr val="003399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000" b="1">
                    <a:solidFill>
                      <a:srgbClr val="003399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000" b="1">
                    <a:solidFill>
                      <a:srgbClr val="003399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000" b="1">
                    <a:solidFill>
                      <a:srgbClr val="003399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000" b="1">
                    <a:solidFill>
                      <a:srgbClr val="003399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000" b="1">
                    <a:solidFill>
                      <a:srgbClr val="003399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000" b="1">
                    <a:solidFill>
                      <a:srgbClr val="003399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000" b="1">
                    <a:solidFill>
                      <a:srgbClr val="003399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000" b="1">
                    <a:solidFill>
                      <a:srgbClr val="003399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GB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1" name="Rectangle 427">
                <a:extLst>
                  <a:ext uri="{FF2B5EF4-FFF2-40B4-BE49-F238E27FC236}">
                    <a16:creationId xmlns:a16="http://schemas.microsoft.com/office/drawing/2014/main" id="{438C04AE-A012-B74A-6E92-93E1BFEB44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8928"/>
                <a:ext cx="1056" cy="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4000" b="1">
                    <a:solidFill>
                      <a:srgbClr val="003399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4000" b="1">
                    <a:solidFill>
                      <a:srgbClr val="003399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4000" b="1">
                    <a:solidFill>
                      <a:srgbClr val="003399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4000" b="1">
                    <a:solidFill>
                      <a:srgbClr val="003399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4000" b="1">
                    <a:solidFill>
                      <a:srgbClr val="003399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000" b="1">
                    <a:solidFill>
                      <a:srgbClr val="003399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000" b="1">
                    <a:solidFill>
                      <a:srgbClr val="003399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000" b="1">
                    <a:solidFill>
                      <a:srgbClr val="003399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000" b="1">
                    <a:solidFill>
                      <a:srgbClr val="003399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GB" noProof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53" name="Line 483">
              <a:extLst>
                <a:ext uri="{FF2B5EF4-FFF2-40B4-BE49-F238E27FC236}">
                  <a16:creationId xmlns:a16="http://schemas.microsoft.com/office/drawing/2014/main" id="{6DE1D14C-95C3-D1E6-7921-48B377F676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314" y="7488"/>
              <a:ext cx="210" cy="162"/>
            </a:xfrm>
            <a:prstGeom prst="line">
              <a:avLst/>
            </a:prstGeom>
            <a:noFill/>
            <a:ln w="57150">
              <a:solidFill>
                <a:srgbClr val="0000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noProof="0" dirty="0"/>
            </a:p>
          </p:txBody>
        </p:sp>
        <p:sp>
          <p:nvSpPr>
            <p:cNvPr id="154" name="Rectangle 484" descr="75%">
              <a:extLst>
                <a:ext uri="{FF2B5EF4-FFF2-40B4-BE49-F238E27FC236}">
                  <a16:creationId xmlns:a16="http://schemas.microsoft.com/office/drawing/2014/main" id="{A8776228-8DE2-90FE-CFC5-E9A6016755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78" y="7200"/>
              <a:ext cx="768" cy="450"/>
            </a:xfrm>
            <a:prstGeom prst="rect">
              <a:avLst/>
            </a:prstGeom>
            <a:blipFill dpi="0" rotWithShape="0">
              <a:blip r:embed="rId10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9pPr>
            </a:lstStyle>
            <a:p>
              <a:endParaRPr lang="en-GB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5" name="Line 486">
              <a:extLst>
                <a:ext uri="{FF2B5EF4-FFF2-40B4-BE49-F238E27FC236}">
                  <a16:creationId xmlns:a16="http://schemas.microsoft.com/office/drawing/2014/main" id="{27B2CAE7-D86B-E2D2-E4B9-2363C6360F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0" y="7488"/>
              <a:ext cx="210" cy="162"/>
            </a:xfrm>
            <a:prstGeom prst="line">
              <a:avLst/>
            </a:prstGeom>
            <a:noFill/>
            <a:ln w="57150">
              <a:solidFill>
                <a:srgbClr val="0000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noProof="0" dirty="0"/>
            </a:p>
          </p:txBody>
        </p:sp>
        <p:sp>
          <p:nvSpPr>
            <p:cNvPr id="156" name="Rectangle 487" descr="75%">
              <a:extLst>
                <a:ext uri="{FF2B5EF4-FFF2-40B4-BE49-F238E27FC236}">
                  <a16:creationId xmlns:a16="http://schemas.microsoft.com/office/drawing/2014/main" id="{E44BC86F-CB16-108D-50F2-ADEC8BFC21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640" y="7680"/>
              <a:ext cx="768" cy="450"/>
            </a:xfrm>
            <a:prstGeom prst="rect">
              <a:avLst/>
            </a:prstGeom>
            <a:blipFill dpi="0" rotWithShape="0">
              <a:blip r:embed="rId10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9pPr>
            </a:lstStyle>
            <a:p>
              <a:endParaRPr lang="en-GB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7" name="Rectangle 488" descr="75%">
              <a:extLst>
                <a:ext uri="{FF2B5EF4-FFF2-40B4-BE49-F238E27FC236}">
                  <a16:creationId xmlns:a16="http://schemas.microsoft.com/office/drawing/2014/main" id="{BF6B8CA8-4636-5DB5-5DE8-15F4C3743E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78" y="8142"/>
              <a:ext cx="768" cy="450"/>
            </a:xfrm>
            <a:prstGeom prst="rect">
              <a:avLst/>
            </a:prstGeom>
            <a:blipFill dpi="0" rotWithShape="0">
              <a:blip r:embed="rId10"/>
              <a:srcRect/>
              <a:tile tx="0" ty="0" sx="100000" sy="100000" flip="none" algn="tl"/>
            </a:blip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4000" b="1">
                  <a:solidFill>
                    <a:srgbClr val="003399"/>
                  </a:solidFill>
                  <a:latin typeface="Arial" panose="020B0604020202020204" pitchFamily="34" charset="0"/>
                </a:defRPr>
              </a:lvl9pPr>
            </a:lstStyle>
            <a:p>
              <a:endParaRPr lang="en-GB" noProof="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8" name="Line 489">
              <a:extLst>
                <a:ext uri="{FF2B5EF4-FFF2-40B4-BE49-F238E27FC236}">
                  <a16:creationId xmlns:a16="http://schemas.microsoft.com/office/drawing/2014/main" id="{5F089A2C-52C0-688B-51DD-4B18EF461C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00" y="8142"/>
              <a:ext cx="210" cy="162"/>
            </a:xfrm>
            <a:prstGeom prst="line">
              <a:avLst/>
            </a:prstGeom>
            <a:noFill/>
            <a:ln w="57150">
              <a:solidFill>
                <a:srgbClr val="0000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noProof="0" dirty="0"/>
            </a:p>
          </p:txBody>
        </p:sp>
        <p:sp>
          <p:nvSpPr>
            <p:cNvPr id="159" name="Line 490">
              <a:extLst>
                <a:ext uri="{FF2B5EF4-FFF2-40B4-BE49-F238E27FC236}">
                  <a16:creationId xmlns:a16="http://schemas.microsoft.com/office/drawing/2014/main" id="{5BA82B65-D60A-9A1C-8BC7-AC7279DD6B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26" y="8142"/>
              <a:ext cx="210" cy="162"/>
            </a:xfrm>
            <a:prstGeom prst="line">
              <a:avLst/>
            </a:prstGeom>
            <a:noFill/>
            <a:ln w="57150">
              <a:solidFill>
                <a:srgbClr val="000066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 noProof="0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6feefce-63aa-46e9-9ef0-d7ec09bf2f30" xsi:nil="true"/>
    <lcf76f155ced4ddcb4097134ff3c332f xmlns="9e49ea30-7ce7-4537-8254-edb55b760405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B2CAD263EF2544FA65D52932D3F60BD" ma:contentTypeVersion="18" ma:contentTypeDescription="Crée un document." ma:contentTypeScope="" ma:versionID="126c42bf3d67da6e4713021686153281">
  <xsd:schema xmlns:xsd="http://www.w3.org/2001/XMLSchema" xmlns:xs="http://www.w3.org/2001/XMLSchema" xmlns:p="http://schemas.microsoft.com/office/2006/metadata/properties" xmlns:ns2="9e49ea30-7ce7-4537-8254-edb55b760405" xmlns:ns3="f12361e0-bdf9-417a-a112-e020fa8d1831" xmlns:ns4="06feefce-63aa-46e9-9ef0-d7ec09bf2f30" targetNamespace="http://schemas.microsoft.com/office/2006/metadata/properties" ma:root="true" ma:fieldsID="d04214e8e44be55893c90fa0646e5e66" ns2:_="" ns3:_="" ns4:_="">
    <xsd:import namespace="9e49ea30-7ce7-4537-8254-edb55b760405"/>
    <xsd:import namespace="f12361e0-bdf9-417a-a112-e020fa8d1831"/>
    <xsd:import namespace="06feefce-63aa-46e9-9ef0-d7ec09bf2f3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49ea30-7ce7-4537-8254-edb55b76040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Balises d’images" ma:readOnly="false" ma:fieldId="{5cf76f15-5ced-4ddc-b409-7134ff3c332f}" ma:taxonomyMulti="true" ma:sspId="e5965820-1b97-4994-ad5a-2b1f2cea3fc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2361e0-bdf9-417a-a112-e020fa8d1831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feefce-63aa-46e9-9ef0-d7ec09bf2f30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86033ff0-9b68-451e-8e57-e5a992811a27}" ma:internalName="TaxCatchAll" ma:showField="CatchAllData" ma:web="06feefce-63aa-46e9-9ef0-d7ec09bf2f3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54FE7CD-4496-4EB1-8C2F-79E0C2AFD1AA}">
  <ds:schemaRefs>
    <ds:schemaRef ds:uri="http://schemas.microsoft.com/office/2006/metadata/properties"/>
    <ds:schemaRef ds:uri="http://schemas.microsoft.com/office/infopath/2007/PartnerControls"/>
    <ds:schemaRef ds:uri="06feefce-63aa-46e9-9ef0-d7ec09bf2f30"/>
    <ds:schemaRef ds:uri="9e49ea30-7ce7-4537-8254-edb55b760405"/>
  </ds:schemaRefs>
</ds:datastoreItem>
</file>

<file path=customXml/itemProps2.xml><?xml version="1.0" encoding="utf-8"?>
<ds:datastoreItem xmlns:ds="http://schemas.openxmlformats.org/officeDocument/2006/customXml" ds:itemID="{331F2DD3-FE53-4FCD-A64E-868318154F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e49ea30-7ce7-4537-8254-edb55b760405"/>
    <ds:schemaRef ds:uri="f12361e0-bdf9-417a-a112-e020fa8d1831"/>
    <ds:schemaRef ds:uri="06feefce-63aa-46e9-9ef0-d7ec09bf2f3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252D15A-8B24-41D6-BB69-7146505A0EA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286</Words>
  <Application>Microsoft Office PowerPoint</Application>
  <PresentationFormat>Personnalisé</PresentationFormat>
  <Paragraphs>29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MSE Poster TM</dc:title>
  <dc:subject/>
  <dc:creator>philippe.walther@hes-so.ch</dc:creator>
  <cp:keywords/>
  <dc:description>generated using python-pptx</dc:description>
  <cp:lastModifiedBy>Walther Philippe</cp:lastModifiedBy>
  <cp:revision>6</cp:revision>
  <dcterms:created xsi:type="dcterms:W3CDTF">2013-01-27T09:14:16Z</dcterms:created>
  <dcterms:modified xsi:type="dcterms:W3CDTF">2025-03-06T12:45:35Z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0x0101007B2CAD263EF2544FA65D52932D3F60BD</vt:lpwstr>
  </property>
  <property fmtid="{D5CDD505-2E9C-101B-9397-08002B2CF9AE}" pid="3" name="MediaServiceImageTags">
    <vt:lpwstr/>
  </property>
</Properties>
</file>